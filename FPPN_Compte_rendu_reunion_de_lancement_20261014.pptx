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3.xml" ContentType="application/vnd.openxmlformats-officedocument.theme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7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813" r:id="rId5"/>
  </p:sldMasterIdLst>
  <p:notesMasterIdLst>
    <p:notesMasterId r:id="rId21"/>
  </p:notesMasterIdLst>
  <p:sldIdLst>
    <p:sldId id="3478" r:id="rId6"/>
    <p:sldId id="295" r:id="rId7"/>
    <p:sldId id="3298" r:id="rId8"/>
    <p:sldId id="3299" r:id="rId9"/>
    <p:sldId id="3479" r:id="rId10"/>
    <p:sldId id="3485" r:id="rId11"/>
    <p:sldId id="3486" r:id="rId12"/>
    <p:sldId id="3301" r:id="rId13"/>
    <p:sldId id="3302" r:id="rId14"/>
    <p:sldId id="3480" r:id="rId15"/>
    <p:sldId id="3481" r:id="rId16"/>
    <p:sldId id="3482" r:id="rId17"/>
    <p:sldId id="3483" r:id="rId18"/>
    <p:sldId id="3484" r:id="rId19"/>
    <p:sldId id="3297" r:id="rId2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34C319D-F652-5C79-8485-BCE638C35F92}" name="Jean-Noel Sialou" initials="JS" userId="S::jeannoelsialou@adenka.ci::08acc5d2-3819-4be4-97e6-d593a92e8e1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18CB8E-DCA9-46BC-8555-6A3A3758E3AA}" v="13" dt="2025-11-18T08:15:40.729"/>
    <p1510:client id="{DC5E8D6F-69EA-4E93-8C7D-93F909F5CC00}" v="85" dt="2025-11-18T13:32:44.588"/>
  </p1510:revLst>
</p1510:revInfo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Style léger 2 - Accentuation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Style clair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viewProps" Target="viewProps.xml"/><Relationship Id="rId28" Type="http://schemas.microsoft.com/office/2018/10/relationships/authors" Target="author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beton Cyrille Ouattara" userId="3813c02e-5fa2-423f-93c1-94517fc18aa7" providerId="ADAL" clId="{0B225A03-5921-4AD2-BAEE-056BA841B2E2}"/>
    <pc:docChg chg="undo custSel modSld">
      <pc:chgData name="Kobeton Cyrille Ouattara" userId="3813c02e-5fa2-423f-93c1-94517fc18aa7" providerId="ADAL" clId="{0B225A03-5921-4AD2-BAEE-056BA841B2E2}" dt="2025-11-18T08:18:56.591" v="1461" actId="20577"/>
      <pc:docMkLst>
        <pc:docMk/>
      </pc:docMkLst>
      <pc:sldChg chg="modSp mod">
        <pc:chgData name="Kobeton Cyrille Ouattara" userId="3813c02e-5fa2-423f-93c1-94517fc18aa7" providerId="ADAL" clId="{0B225A03-5921-4AD2-BAEE-056BA841B2E2}" dt="2025-11-18T08:15:01.494" v="1451" actId="113"/>
        <pc:sldMkLst>
          <pc:docMk/>
          <pc:sldMk cId="924580850" sldId="295"/>
        </pc:sldMkLst>
        <pc:graphicFrameChg chg="modGraphic">
          <ac:chgData name="Kobeton Cyrille Ouattara" userId="3813c02e-5fa2-423f-93c1-94517fc18aa7" providerId="ADAL" clId="{0B225A03-5921-4AD2-BAEE-056BA841B2E2}" dt="2025-11-18T08:15:01.494" v="1451" actId="113"/>
          <ac:graphicFrameMkLst>
            <pc:docMk/>
            <pc:sldMk cId="924580850" sldId="295"/>
            <ac:graphicFrameMk id="2" creationId="{F2E36BAE-A987-E8AD-BC09-FBD754151E1F}"/>
          </ac:graphicFrameMkLst>
        </pc:graphicFrameChg>
      </pc:sldChg>
      <pc:sldChg chg="modSp mod">
        <pc:chgData name="Kobeton Cyrille Ouattara" userId="3813c02e-5fa2-423f-93c1-94517fc18aa7" providerId="ADAL" clId="{0B225A03-5921-4AD2-BAEE-056BA841B2E2}" dt="2025-11-18T08:15:51.198" v="1456" actId="255"/>
        <pc:sldMkLst>
          <pc:docMk/>
          <pc:sldMk cId="4172686539" sldId="3299"/>
        </pc:sldMkLst>
        <pc:spChg chg="mod">
          <ac:chgData name="Kobeton Cyrille Ouattara" userId="3813c02e-5fa2-423f-93c1-94517fc18aa7" providerId="ADAL" clId="{0B225A03-5921-4AD2-BAEE-056BA841B2E2}" dt="2025-11-18T07:45:59.488" v="569" actId="20577"/>
          <ac:spMkLst>
            <pc:docMk/>
            <pc:sldMk cId="4172686539" sldId="3299"/>
            <ac:spMk id="4" creationId="{BCB0A6F1-688B-6F36-EF12-D84C6AAF65D1}"/>
          </ac:spMkLst>
        </pc:spChg>
        <pc:spChg chg="mod">
          <ac:chgData name="Kobeton Cyrille Ouattara" userId="3813c02e-5fa2-423f-93c1-94517fc18aa7" providerId="ADAL" clId="{0B225A03-5921-4AD2-BAEE-056BA841B2E2}" dt="2025-11-18T08:15:51.198" v="1456" actId="255"/>
          <ac:spMkLst>
            <pc:docMk/>
            <pc:sldMk cId="4172686539" sldId="3299"/>
            <ac:spMk id="8" creationId="{6286EA16-2326-59DA-7E64-CCA5CDA4293F}"/>
          </ac:spMkLst>
        </pc:spChg>
        <pc:graphicFrameChg chg="mod modGraphic">
          <ac:chgData name="Kobeton Cyrille Ouattara" userId="3813c02e-5fa2-423f-93c1-94517fc18aa7" providerId="ADAL" clId="{0B225A03-5921-4AD2-BAEE-056BA841B2E2}" dt="2025-11-18T08:15:40.729" v="1455" actId="255"/>
          <ac:graphicFrameMkLst>
            <pc:docMk/>
            <pc:sldMk cId="4172686539" sldId="3299"/>
            <ac:graphicFrameMk id="11" creationId="{30C17EE7-131D-349B-8DAB-89FFA8569E5D}"/>
          </ac:graphicFrameMkLst>
        </pc:graphicFrameChg>
      </pc:sldChg>
      <pc:sldChg chg="modSp mod">
        <pc:chgData name="Kobeton Cyrille Ouattara" userId="3813c02e-5fa2-423f-93c1-94517fc18aa7" providerId="ADAL" clId="{0B225A03-5921-4AD2-BAEE-056BA841B2E2}" dt="2025-11-18T08:04:52.963" v="1156" actId="20577"/>
        <pc:sldMkLst>
          <pc:docMk/>
          <pc:sldMk cId="3880285743" sldId="3302"/>
        </pc:sldMkLst>
        <pc:spChg chg="mod">
          <ac:chgData name="Kobeton Cyrille Ouattara" userId="3813c02e-5fa2-423f-93c1-94517fc18aa7" providerId="ADAL" clId="{0B225A03-5921-4AD2-BAEE-056BA841B2E2}" dt="2025-11-18T08:00:09.466" v="1043" actId="113"/>
          <ac:spMkLst>
            <pc:docMk/>
            <pc:sldMk cId="3880285743" sldId="3302"/>
            <ac:spMk id="6" creationId="{C88DCAB1-5CCB-EBA8-1F64-5A33E6153366}"/>
          </ac:spMkLst>
        </pc:spChg>
        <pc:graphicFrameChg chg="modGraphic">
          <ac:chgData name="Kobeton Cyrille Ouattara" userId="3813c02e-5fa2-423f-93c1-94517fc18aa7" providerId="ADAL" clId="{0B225A03-5921-4AD2-BAEE-056BA841B2E2}" dt="2025-11-18T08:04:52.963" v="1156" actId="20577"/>
          <ac:graphicFrameMkLst>
            <pc:docMk/>
            <pc:sldMk cId="3880285743" sldId="3302"/>
            <ac:graphicFrameMk id="7" creationId="{2434D5EA-DA0E-B190-FBB0-9855596B8EAF}"/>
          </ac:graphicFrameMkLst>
        </pc:graphicFrameChg>
      </pc:sldChg>
      <pc:sldChg chg="modSp mod">
        <pc:chgData name="Kobeton Cyrille Ouattara" userId="3813c02e-5fa2-423f-93c1-94517fc18aa7" providerId="ADAL" clId="{0B225A03-5921-4AD2-BAEE-056BA841B2E2}" dt="2025-11-18T08:18:56.591" v="1461" actId="20577"/>
        <pc:sldMkLst>
          <pc:docMk/>
          <pc:sldMk cId="3956982643" sldId="3478"/>
        </pc:sldMkLst>
        <pc:spChg chg="mod">
          <ac:chgData name="Kobeton Cyrille Ouattara" userId="3813c02e-5fa2-423f-93c1-94517fc18aa7" providerId="ADAL" clId="{0B225A03-5921-4AD2-BAEE-056BA841B2E2}" dt="2025-11-18T08:18:56.591" v="1461" actId="20577"/>
          <ac:spMkLst>
            <pc:docMk/>
            <pc:sldMk cId="3956982643" sldId="3478"/>
            <ac:spMk id="2" creationId="{F431BC18-A461-9459-FF13-870ACCC7D4F5}"/>
          </ac:spMkLst>
        </pc:spChg>
      </pc:sldChg>
      <pc:sldChg chg="modSp mod">
        <pc:chgData name="Kobeton Cyrille Ouattara" userId="3813c02e-5fa2-423f-93c1-94517fc18aa7" providerId="ADAL" clId="{0B225A03-5921-4AD2-BAEE-056BA841B2E2}" dt="2025-11-18T08:15:28.187" v="1454" actId="255"/>
        <pc:sldMkLst>
          <pc:docMk/>
          <pc:sldMk cId="2450954168" sldId="3479"/>
        </pc:sldMkLst>
        <pc:spChg chg="mod">
          <ac:chgData name="Kobeton Cyrille Ouattara" userId="3813c02e-5fa2-423f-93c1-94517fc18aa7" providerId="ADAL" clId="{0B225A03-5921-4AD2-BAEE-056BA841B2E2}" dt="2025-11-18T07:52:38.473" v="789" actId="113"/>
          <ac:spMkLst>
            <pc:docMk/>
            <pc:sldMk cId="2450954168" sldId="3479"/>
            <ac:spMk id="8" creationId="{78ACA673-5C84-CC79-5D0C-0CCB6B03C382}"/>
          </ac:spMkLst>
        </pc:spChg>
        <pc:graphicFrameChg chg="mod modGraphic">
          <ac:chgData name="Kobeton Cyrille Ouattara" userId="3813c02e-5fa2-423f-93c1-94517fc18aa7" providerId="ADAL" clId="{0B225A03-5921-4AD2-BAEE-056BA841B2E2}" dt="2025-11-18T08:15:28.187" v="1454" actId="255"/>
          <ac:graphicFrameMkLst>
            <pc:docMk/>
            <pc:sldMk cId="2450954168" sldId="3479"/>
            <ac:graphicFrameMk id="5" creationId="{A386BDB4-E921-5198-0317-18373A669CAC}"/>
          </ac:graphicFrameMkLst>
        </pc:graphicFrameChg>
      </pc:sldChg>
      <pc:sldChg chg="modSp mod">
        <pc:chgData name="Kobeton Cyrille Ouattara" userId="3813c02e-5fa2-423f-93c1-94517fc18aa7" providerId="ADAL" clId="{0B225A03-5921-4AD2-BAEE-056BA841B2E2}" dt="2025-11-18T08:17:56.689" v="1458" actId="113"/>
        <pc:sldMkLst>
          <pc:docMk/>
          <pc:sldMk cId="841912865" sldId="3480"/>
        </pc:sldMkLst>
        <pc:spChg chg="mod">
          <ac:chgData name="Kobeton Cyrille Ouattara" userId="3813c02e-5fa2-423f-93c1-94517fc18aa7" providerId="ADAL" clId="{0B225A03-5921-4AD2-BAEE-056BA841B2E2}" dt="2025-11-18T08:17:56.689" v="1458" actId="113"/>
          <ac:spMkLst>
            <pc:docMk/>
            <pc:sldMk cId="841912865" sldId="3480"/>
            <ac:spMk id="4" creationId="{CAE28AA7-B698-7506-323B-4594515B34A0}"/>
          </ac:spMkLst>
        </pc:spChg>
        <pc:graphicFrameChg chg="modGraphic">
          <ac:chgData name="Kobeton Cyrille Ouattara" userId="3813c02e-5fa2-423f-93c1-94517fc18aa7" providerId="ADAL" clId="{0B225A03-5921-4AD2-BAEE-056BA841B2E2}" dt="2025-11-18T08:06:52.706" v="1163" actId="20577"/>
          <ac:graphicFrameMkLst>
            <pc:docMk/>
            <pc:sldMk cId="841912865" sldId="3480"/>
            <ac:graphicFrameMk id="7" creationId="{45F45160-676E-B6C5-E8FA-470A956BB45E}"/>
          </ac:graphicFrameMkLst>
        </pc:graphicFrameChg>
      </pc:sldChg>
      <pc:sldChg chg="modSp mod">
        <pc:chgData name="Kobeton Cyrille Ouattara" userId="3813c02e-5fa2-423f-93c1-94517fc18aa7" providerId="ADAL" clId="{0B225A03-5921-4AD2-BAEE-056BA841B2E2}" dt="2025-11-18T08:18:05.676" v="1459" actId="113"/>
        <pc:sldMkLst>
          <pc:docMk/>
          <pc:sldMk cId="437435807" sldId="3482"/>
        </pc:sldMkLst>
        <pc:spChg chg="mod">
          <ac:chgData name="Kobeton Cyrille Ouattara" userId="3813c02e-5fa2-423f-93c1-94517fc18aa7" providerId="ADAL" clId="{0B225A03-5921-4AD2-BAEE-056BA841B2E2}" dt="2025-11-18T08:18:05.676" v="1459" actId="113"/>
          <ac:spMkLst>
            <pc:docMk/>
            <pc:sldMk cId="437435807" sldId="3482"/>
            <ac:spMk id="6" creationId="{90DCA449-0EF3-8BEA-D204-3E969A1295F9}"/>
          </ac:spMkLst>
        </pc:spChg>
        <pc:graphicFrameChg chg="modGraphic">
          <ac:chgData name="Kobeton Cyrille Ouattara" userId="3813c02e-5fa2-423f-93c1-94517fc18aa7" providerId="ADAL" clId="{0B225A03-5921-4AD2-BAEE-056BA841B2E2}" dt="2025-11-18T08:08:22.493" v="1227" actId="20577"/>
          <ac:graphicFrameMkLst>
            <pc:docMk/>
            <pc:sldMk cId="437435807" sldId="3482"/>
            <ac:graphicFrameMk id="4" creationId="{490F7AC6-01EB-AF22-4644-AA364C35525A}"/>
          </ac:graphicFrameMkLst>
        </pc:graphicFrameChg>
      </pc:sldChg>
      <pc:sldChg chg="modSp mod">
        <pc:chgData name="Kobeton Cyrille Ouattara" userId="3813c02e-5fa2-423f-93c1-94517fc18aa7" providerId="ADAL" clId="{0B225A03-5921-4AD2-BAEE-056BA841B2E2}" dt="2025-11-18T08:18:33.475" v="1460" actId="113"/>
        <pc:sldMkLst>
          <pc:docMk/>
          <pc:sldMk cId="3480989172" sldId="3484"/>
        </pc:sldMkLst>
        <pc:spChg chg="mod">
          <ac:chgData name="Kobeton Cyrille Ouattara" userId="3813c02e-5fa2-423f-93c1-94517fc18aa7" providerId="ADAL" clId="{0B225A03-5921-4AD2-BAEE-056BA841B2E2}" dt="2025-11-18T08:18:33.475" v="1460" actId="113"/>
          <ac:spMkLst>
            <pc:docMk/>
            <pc:sldMk cId="3480989172" sldId="3484"/>
            <ac:spMk id="6" creationId="{C7CF7B63-C2EB-C5B1-7E2B-D6697BF44620}"/>
          </ac:spMkLst>
        </pc:spChg>
        <pc:graphicFrameChg chg="modGraphic">
          <ac:chgData name="Kobeton Cyrille Ouattara" userId="3813c02e-5fa2-423f-93c1-94517fc18aa7" providerId="ADAL" clId="{0B225A03-5921-4AD2-BAEE-056BA841B2E2}" dt="2025-11-18T08:12:40.664" v="1418" actId="20577"/>
          <ac:graphicFrameMkLst>
            <pc:docMk/>
            <pc:sldMk cId="3480989172" sldId="3484"/>
            <ac:graphicFrameMk id="3" creationId="{C9ADA15B-27D2-E4A9-80B9-C74572619B9C}"/>
          </ac:graphicFrameMkLst>
        </pc:graphicFrameChg>
      </pc:sldChg>
      <pc:sldChg chg="modSp mod">
        <pc:chgData name="Kobeton Cyrille Ouattara" userId="3813c02e-5fa2-423f-93c1-94517fc18aa7" providerId="ADAL" clId="{0B225A03-5921-4AD2-BAEE-056BA841B2E2}" dt="2025-11-18T08:17:44.638" v="1457" actId="113"/>
        <pc:sldMkLst>
          <pc:docMk/>
          <pc:sldMk cId="3538597952" sldId="3486"/>
        </pc:sldMkLst>
        <pc:spChg chg="mod">
          <ac:chgData name="Kobeton Cyrille Ouattara" userId="3813c02e-5fa2-423f-93c1-94517fc18aa7" providerId="ADAL" clId="{0B225A03-5921-4AD2-BAEE-056BA841B2E2}" dt="2025-11-18T08:17:44.638" v="1457" actId="113"/>
          <ac:spMkLst>
            <pc:docMk/>
            <pc:sldMk cId="3538597952" sldId="3486"/>
            <ac:spMk id="8" creationId="{EAC69C31-DCE1-D00D-6FC7-9550D2F5959C}"/>
          </ac:spMkLst>
        </pc:spChg>
        <pc:graphicFrameChg chg="modGraphic">
          <ac:chgData name="Kobeton Cyrille Ouattara" userId="3813c02e-5fa2-423f-93c1-94517fc18aa7" providerId="ADAL" clId="{0B225A03-5921-4AD2-BAEE-056BA841B2E2}" dt="2025-11-18T07:55:45.981" v="940" actId="20577"/>
          <ac:graphicFrameMkLst>
            <pc:docMk/>
            <pc:sldMk cId="3538597952" sldId="3486"/>
            <ac:graphicFrameMk id="7" creationId="{85016301-FF85-C6DB-2C44-706DEAECDEC6}"/>
          </ac:graphicFrameMkLst>
        </pc:graphicFrameChg>
      </pc:sldChg>
    </pc:docChg>
  </pc:docChgLst>
  <pc:docChgLst>
    <pc:chgData name="Jean-Noel Sialou" userId="08acc5d2-3819-4be4-97e6-d593a92e8e16" providerId="ADAL" clId="{DC5A2AD4-2AC1-4F5C-A6BF-541681F7EFA2}"/>
    <pc:docChg chg="undo custSel addSld delSld modSld sldOrd delMainMaster">
      <pc:chgData name="Jean-Noel Sialou" userId="08acc5d2-3819-4be4-97e6-d593a92e8e16" providerId="ADAL" clId="{DC5A2AD4-2AC1-4F5C-A6BF-541681F7EFA2}" dt="2025-11-18T13:33:07.966" v="1336" actId="20577"/>
      <pc:docMkLst>
        <pc:docMk/>
      </pc:docMkLst>
      <pc:sldChg chg="addSp delSp modSp add mod">
        <pc:chgData name="Jean-Noel Sialou" userId="08acc5d2-3819-4be4-97e6-d593a92e8e16" providerId="ADAL" clId="{DC5A2AD4-2AC1-4F5C-A6BF-541681F7EFA2}" dt="2025-11-18T01:20:29.382" v="1329" actId="20577"/>
        <pc:sldMkLst>
          <pc:docMk/>
          <pc:sldMk cId="924580850" sldId="295"/>
        </pc:sldMkLst>
        <pc:graphicFrameChg chg="modGraphic">
          <ac:chgData name="Jean-Noel Sialou" userId="08acc5d2-3819-4be4-97e6-d593a92e8e16" providerId="ADAL" clId="{DC5A2AD4-2AC1-4F5C-A6BF-541681F7EFA2}" dt="2025-11-18T01:20:29.382" v="1329" actId="20577"/>
          <ac:graphicFrameMkLst>
            <pc:docMk/>
            <pc:sldMk cId="924580850" sldId="295"/>
            <ac:graphicFrameMk id="2" creationId="{F2E36BAE-A987-E8AD-BC09-FBD754151E1F}"/>
          </ac:graphicFrameMkLst>
        </pc:graphicFrameChg>
        <pc:picChg chg="add mod">
          <ac:chgData name="Jean-Noel Sialou" userId="08acc5d2-3819-4be4-97e6-d593a92e8e16" providerId="ADAL" clId="{DC5A2AD4-2AC1-4F5C-A6BF-541681F7EFA2}" dt="2025-11-18T00:55:35.037" v="1010"/>
          <ac:picMkLst>
            <pc:docMk/>
            <pc:sldMk cId="924580850" sldId="295"/>
            <ac:picMk id="3" creationId="{BF9EF415-D08F-4F53-836A-F933C15AC637}"/>
          </ac:picMkLst>
        </pc:picChg>
        <pc:picChg chg="del">
          <ac:chgData name="Jean-Noel Sialou" userId="08acc5d2-3819-4be4-97e6-d593a92e8e16" providerId="ADAL" clId="{DC5A2AD4-2AC1-4F5C-A6BF-541681F7EFA2}" dt="2025-11-18T00:55:34.102" v="1009" actId="478"/>
          <ac:picMkLst>
            <pc:docMk/>
            <pc:sldMk cId="924580850" sldId="295"/>
            <ac:picMk id="12" creationId="{6D23D1F1-827E-6ADA-007D-8A3A58E9A674}"/>
          </ac:picMkLst>
        </pc:picChg>
      </pc:sldChg>
      <pc:sldChg chg="add">
        <pc:chgData name="Jean-Noel Sialou" userId="08acc5d2-3819-4be4-97e6-d593a92e8e16" providerId="ADAL" clId="{DC5A2AD4-2AC1-4F5C-A6BF-541681F7EFA2}" dt="2025-11-17T23:56:56.912" v="66"/>
        <pc:sldMkLst>
          <pc:docMk/>
          <pc:sldMk cId="1448053600" sldId="3297"/>
        </pc:sldMkLst>
      </pc:sldChg>
      <pc:sldChg chg="modSp add mod">
        <pc:chgData name="Jean-Noel Sialou" userId="08acc5d2-3819-4be4-97e6-d593a92e8e16" providerId="ADAL" clId="{DC5A2AD4-2AC1-4F5C-A6BF-541681F7EFA2}" dt="2025-11-18T00:22:35.608" v="427" actId="20577"/>
        <pc:sldMkLst>
          <pc:docMk/>
          <pc:sldMk cId="3971626407" sldId="3298"/>
        </pc:sldMkLst>
        <pc:spChg chg="mod">
          <ac:chgData name="Jean-Noel Sialou" userId="08acc5d2-3819-4be4-97e6-d593a92e8e16" providerId="ADAL" clId="{DC5A2AD4-2AC1-4F5C-A6BF-541681F7EFA2}" dt="2025-11-18T00:22:35.608" v="427" actId="20577"/>
          <ac:spMkLst>
            <pc:docMk/>
            <pc:sldMk cId="3971626407" sldId="3298"/>
            <ac:spMk id="9" creationId="{82BCC301-8B0C-C7B7-2FD3-23398B616E4A}"/>
          </ac:spMkLst>
        </pc:spChg>
      </pc:sldChg>
      <pc:sldChg chg="addSp delSp modSp add mod">
        <pc:chgData name="Jean-Noel Sialou" userId="08acc5d2-3819-4be4-97e6-d593a92e8e16" providerId="ADAL" clId="{DC5A2AD4-2AC1-4F5C-A6BF-541681F7EFA2}" dt="2025-11-18T01:12:46.396" v="1320" actId="2085"/>
        <pc:sldMkLst>
          <pc:docMk/>
          <pc:sldMk cId="4172686539" sldId="3299"/>
        </pc:sldMkLst>
        <pc:spChg chg="mod">
          <ac:chgData name="Jean-Noel Sialou" userId="08acc5d2-3819-4be4-97e6-d593a92e8e16" providerId="ADAL" clId="{DC5A2AD4-2AC1-4F5C-A6BF-541681F7EFA2}" dt="2025-11-18T00:51:37.093" v="887" actId="14100"/>
          <ac:spMkLst>
            <pc:docMk/>
            <pc:sldMk cId="4172686539" sldId="3299"/>
            <ac:spMk id="4" creationId="{BCB0A6F1-688B-6F36-EF12-D84C6AAF65D1}"/>
          </ac:spMkLst>
        </pc:spChg>
        <pc:spChg chg="add del mod">
          <ac:chgData name="Jean-Noel Sialou" userId="08acc5d2-3819-4be4-97e6-d593a92e8e16" providerId="ADAL" clId="{DC5A2AD4-2AC1-4F5C-A6BF-541681F7EFA2}" dt="2025-11-18T00:08:04.848" v="162" actId="478"/>
          <ac:spMkLst>
            <pc:docMk/>
            <pc:sldMk cId="4172686539" sldId="3299"/>
            <ac:spMk id="6" creationId="{DF091FFD-A0D9-C4B3-287E-B08C329161FF}"/>
          </ac:spMkLst>
        </pc:spChg>
        <pc:spChg chg="del">
          <ac:chgData name="Jean-Noel Sialou" userId="08acc5d2-3819-4be4-97e6-d593a92e8e16" providerId="ADAL" clId="{DC5A2AD4-2AC1-4F5C-A6BF-541681F7EFA2}" dt="2025-11-18T00:05:55.093" v="122" actId="478"/>
          <ac:spMkLst>
            <pc:docMk/>
            <pc:sldMk cId="4172686539" sldId="3299"/>
            <ac:spMk id="7" creationId="{7C6D3129-12C4-2829-0C89-F594C3EFD8B0}"/>
          </ac:spMkLst>
        </pc:spChg>
        <pc:spChg chg="mod">
          <ac:chgData name="Jean-Noel Sialou" userId="08acc5d2-3819-4be4-97e6-d593a92e8e16" providerId="ADAL" clId="{DC5A2AD4-2AC1-4F5C-A6BF-541681F7EFA2}" dt="2025-11-18T01:12:46.396" v="1320" actId="2085"/>
          <ac:spMkLst>
            <pc:docMk/>
            <pc:sldMk cId="4172686539" sldId="3299"/>
            <ac:spMk id="8" creationId="{6286EA16-2326-59DA-7E64-CCA5CDA4293F}"/>
          </ac:spMkLst>
        </pc:spChg>
        <pc:graphicFrameChg chg="add del mod modGraphic">
          <ac:chgData name="Jean-Noel Sialou" userId="08acc5d2-3819-4be4-97e6-d593a92e8e16" providerId="ADAL" clId="{DC5A2AD4-2AC1-4F5C-A6BF-541681F7EFA2}" dt="2025-11-18T00:06:51.369" v="130" actId="478"/>
          <ac:graphicFrameMkLst>
            <pc:docMk/>
            <pc:sldMk cId="4172686539" sldId="3299"/>
            <ac:graphicFrameMk id="10" creationId="{D529F65B-D681-9728-2C41-E496903C3BAB}"/>
          </ac:graphicFrameMkLst>
        </pc:graphicFrameChg>
        <pc:graphicFrameChg chg="add del mod modGraphic">
          <ac:chgData name="Jean-Noel Sialou" userId="08acc5d2-3819-4be4-97e6-d593a92e8e16" providerId="ADAL" clId="{DC5A2AD4-2AC1-4F5C-A6BF-541681F7EFA2}" dt="2025-11-18T00:50:22.134" v="867" actId="14100"/>
          <ac:graphicFrameMkLst>
            <pc:docMk/>
            <pc:sldMk cId="4172686539" sldId="3299"/>
            <ac:graphicFrameMk id="11" creationId="{30C17EE7-131D-349B-8DAB-89FFA8569E5D}"/>
          </ac:graphicFrameMkLst>
        </pc:graphicFrameChg>
        <pc:picChg chg="mod">
          <ac:chgData name="Jean-Noel Sialou" userId="08acc5d2-3819-4be4-97e6-d593a92e8e16" providerId="ADAL" clId="{DC5A2AD4-2AC1-4F5C-A6BF-541681F7EFA2}" dt="2025-11-18T00:55:31.173" v="1008" actId="1076"/>
          <ac:picMkLst>
            <pc:docMk/>
            <pc:sldMk cId="4172686539" sldId="3299"/>
            <ac:picMk id="2" creationId="{CDC544E9-334D-1F64-2EA0-DF4187DDDCB2}"/>
          </ac:picMkLst>
        </pc:picChg>
        <pc:picChg chg="del">
          <ac:chgData name="Jean-Noel Sialou" userId="08acc5d2-3819-4be4-97e6-d593a92e8e16" providerId="ADAL" clId="{DC5A2AD4-2AC1-4F5C-A6BF-541681F7EFA2}" dt="2025-11-18T00:05:42.736" v="121" actId="478"/>
          <ac:picMkLst>
            <pc:docMk/>
            <pc:sldMk cId="4172686539" sldId="3299"/>
            <ac:picMk id="9" creationId="{7C01F986-AF42-FCE4-B5EA-80CB8E0EABCF}"/>
          </ac:picMkLst>
        </pc:picChg>
        <pc:picChg chg="add mod">
          <ac:chgData name="Jean-Noel Sialou" userId="08acc5d2-3819-4be4-97e6-d593a92e8e16" providerId="ADAL" clId="{DC5A2AD4-2AC1-4F5C-A6BF-541681F7EFA2}" dt="2025-11-18T00:55:24.599" v="1006"/>
          <ac:picMkLst>
            <pc:docMk/>
            <pc:sldMk cId="4172686539" sldId="3299"/>
            <ac:picMk id="12" creationId="{032E8F02-9083-A450-AA47-7CAD0E0D2EED}"/>
          </ac:picMkLst>
        </pc:picChg>
      </pc:sldChg>
      <pc:sldChg chg="add del">
        <pc:chgData name="Jean-Noel Sialou" userId="08acc5d2-3819-4be4-97e6-d593a92e8e16" providerId="ADAL" clId="{DC5A2AD4-2AC1-4F5C-A6BF-541681F7EFA2}" dt="2025-11-18T00:22:46.514" v="428" actId="47"/>
        <pc:sldMkLst>
          <pc:docMk/>
          <pc:sldMk cId="3734810619" sldId="3300"/>
        </pc:sldMkLst>
      </pc:sldChg>
      <pc:sldChg chg="modSp add mod">
        <pc:chgData name="Jean-Noel Sialou" userId="08acc5d2-3819-4be4-97e6-d593a92e8e16" providerId="ADAL" clId="{DC5A2AD4-2AC1-4F5C-A6BF-541681F7EFA2}" dt="2025-11-18T00:22:55.202" v="447" actId="20577"/>
        <pc:sldMkLst>
          <pc:docMk/>
          <pc:sldMk cId="3396312344" sldId="3301"/>
        </pc:sldMkLst>
        <pc:spChg chg="mod">
          <ac:chgData name="Jean-Noel Sialou" userId="08acc5d2-3819-4be4-97e6-d593a92e8e16" providerId="ADAL" clId="{DC5A2AD4-2AC1-4F5C-A6BF-541681F7EFA2}" dt="2025-11-18T00:22:55.202" v="447" actId="20577"/>
          <ac:spMkLst>
            <pc:docMk/>
            <pc:sldMk cId="3396312344" sldId="3301"/>
            <ac:spMk id="9" creationId="{1B77FC52-10EF-1984-71CB-1863C4FA8FE5}"/>
          </ac:spMkLst>
        </pc:spChg>
      </pc:sldChg>
      <pc:sldChg chg="addSp delSp modSp add del mod">
        <pc:chgData name="Jean-Noel Sialou" userId="08acc5d2-3819-4be4-97e6-d593a92e8e16" providerId="ADAL" clId="{DC5A2AD4-2AC1-4F5C-A6BF-541681F7EFA2}" dt="2025-11-18T13:32:48.971" v="1333" actId="20577"/>
        <pc:sldMkLst>
          <pc:docMk/>
          <pc:sldMk cId="3880285743" sldId="3302"/>
        </pc:sldMkLst>
        <pc:spChg chg="mod">
          <ac:chgData name="Jean-Noel Sialou" userId="08acc5d2-3819-4be4-97e6-d593a92e8e16" providerId="ADAL" clId="{DC5A2AD4-2AC1-4F5C-A6BF-541681F7EFA2}" dt="2025-11-18T00:49:19.175" v="863" actId="113"/>
          <ac:spMkLst>
            <pc:docMk/>
            <pc:sldMk cId="3880285743" sldId="3302"/>
            <ac:spMk id="6" creationId="{C88DCAB1-5CCB-EBA8-1F64-5A33E6153366}"/>
          </ac:spMkLst>
        </pc:spChg>
        <pc:graphicFrameChg chg="del">
          <ac:chgData name="Jean-Noel Sialou" userId="08acc5d2-3819-4be4-97e6-d593a92e8e16" providerId="ADAL" clId="{DC5A2AD4-2AC1-4F5C-A6BF-541681F7EFA2}" dt="2025-11-18T00:23:21.470" v="450" actId="478"/>
          <ac:graphicFrameMkLst>
            <pc:docMk/>
            <pc:sldMk cId="3880285743" sldId="3302"/>
            <ac:graphicFrameMk id="4" creationId="{7BCA2BA1-A9EB-4416-F76B-824EED21D82C}"/>
          </ac:graphicFrameMkLst>
        </pc:graphicFrameChg>
        <pc:graphicFrameChg chg="add mod modGraphic">
          <ac:chgData name="Jean-Noel Sialou" userId="08acc5d2-3819-4be4-97e6-d593a92e8e16" providerId="ADAL" clId="{DC5A2AD4-2AC1-4F5C-A6BF-541681F7EFA2}" dt="2025-11-18T13:32:48.971" v="1333" actId="20577"/>
          <ac:graphicFrameMkLst>
            <pc:docMk/>
            <pc:sldMk cId="3880285743" sldId="3302"/>
            <ac:graphicFrameMk id="7" creationId="{2434D5EA-DA0E-B190-FBB0-9855596B8EAF}"/>
          </ac:graphicFrameMkLst>
        </pc:graphicFrameChg>
        <pc:picChg chg="del">
          <ac:chgData name="Jean-Noel Sialou" userId="08acc5d2-3819-4be4-97e6-d593a92e8e16" providerId="ADAL" clId="{DC5A2AD4-2AC1-4F5C-A6BF-541681F7EFA2}" dt="2025-11-18T00:51:53.651" v="890" actId="478"/>
          <ac:picMkLst>
            <pc:docMk/>
            <pc:sldMk cId="3880285743" sldId="3302"/>
            <ac:picMk id="3" creationId="{1E128FD3-37C5-A525-2B0D-BF8B942DD159}"/>
          </ac:picMkLst>
        </pc:picChg>
        <pc:picChg chg="add mod">
          <ac:chgData name="Jean-Noel Sialou" userId="08acc5d2-3819-4be4-97e6-d593a92e8e16" providerId="ADAL" clId="{DC5A2AD4-2AC1-4F5C-A6BF-541681F7EFA2}" dt="2025-11-18T00:55:15.198" v="1003"/>
          <ac:picMkLst>
            <pc:docMk/>
            <pc:sldMk cId="3880285743" sldId="3302"/>
            <ac:picMk id="8" creationId="{B2F4BD6E-E958-B002-2966-5CF91155CBBA}"/>
          </ac:picMkLst>
        </pc:picChg>
      </pc:sldChg>
      <pc:sldChg chg="addSp delSp modSp mod">
        <pc:chgData name="Jean-Noel Sialou" userId="08acc5d2-3819-4be4-97e6-d593a92e8e16" providerId="ADAL" clId="{DC5A2AD4-2AC1-4F5C-A6BF-541681F7EFA2}" dt="2025-11-18T00:55:41.685" v="1013" actId="14100"/>
        <pc:sldMkLst>
          <pc:docMk/>
          <pc:sldMk cId="3956982643" sldId="3478"/>
        </pc:sldMkLst>
        <pc:spChg chg="mod">
          <ac:chgData name="Jean-Noel Sialou" userId="08acc5d2-3819-4be4-97e6-d593a92e8e16" providerId="ADAL" clId="{DC5A2AD4-2AC1-4F5C-A6BF-541681F7EFA2}" dt="2025-11-17T23:54:58.284" v="55"/>
          <ac:spMkLst>
            <pc:docMk/>
            <pc:sldMk cId="3956982643" sldId="3478"/>
            <ac:spMk id="2" creationId="{F431BC18-A461-9459-FF13-870ACCC7D4F5}"/>
          </ac:spMkLst>
        </pc:spChg>
        <pc:spChg chg="mod">
          <ac:chgData name="Jean-Noel Sialou" userId="08acc5d2-3819-4be4-97e6-d593a92e8e16" providerId="ADAL" clId="{DC5A2AD4-2AC1-4F5C-A6BF-541681F7EFA2}" dt="2025-11-17T23:55:08.302" v="65" actId="20577"/>
          <ac:spMkLst>
            <pc:docMk/>
            <pc:sldMk cId="3956982643" sldId="3478"/>
            <ac:spMk id="3" creationId="{92FC64EB-0B55-01C4-8547-54856A91A4E9}"/>
          </ac:spMkLst>
        </pc:spChg>
        <pc:picChg chg="add mod">
          <ac:chgData name="Jean-Noel Sialou" userId="08acc5d2-3819-4be4-97e6-d593a92e8e16" providerId="ADAL" clId="{DC5A2AD4-2AC1-4F5C-A6BF-541681F7EFA2}" dt="2025-11-18T00:55:41.685" v="1013" actId="14100"/>
          <ac:picMkLst>
            <pc:docMk/>
            <pc:sldMk cId="3956982643" sldId="3478"/>
            <ac:picMk id="7" creationId="{6BCE5DE1-FD00-1FC8-B8B3-3AF5C6D4D6EC}"/>
          </ac:picMkLst>
        </pc:picChg>
        <pc:picChg chg="del">
          <ac:chgData name="Jean-Noel Sialou" userId="08acc5d2-3819-4be4-97e6-d593a92e8e16" providerId="ADAL" clId="{DC5A2AD4-2AC1-4F5C-A6BF-541681F7EFA2}" dt="2025-11-18T00:55:39.088" v="1011" actId="478"/>
          <ac:picMkLst>
            <pc:docMk/>
            <pc:sldMk cId="3956982643" sldId="3478"/>
            <ac:picMk id="8" creationId="{8B4D60EF-3DF6-4987-C077-DD7AB489BDD6}"/>
          </ac:picMkLst>
        </pc:picChg>
      </pc:sldChg>
      <pc:sldChg chg="addSp delSp modSp add mod">
        <pc:chgData name="Jean-Noel Sialou" userId="08acc5d2-3819-4be4-97e6-d593a92e8e16" providerId="ADAL" clId="{DC5A2AD4-2AC1-4F5C-A6BF-541681F7EFA2}" dt="2025-11-18T00:55:22.912" v="1005" actId="1076"/>
        <pc:sldMkLst>
          <pc:docMk/>
          <pc:sldMk cId="2450954168" sldId="3479"/>
        </pc:sldMkLst>
        <pc:spChg chg="mod">
          <ac:chgData name="Jean-Noel Sialou" userId="08acc5d2-3819-4be4-97e6-d593a92e8e16" providerId="ADAL" clId="{DC5A2AD4-2AC1-4F5C-A6BF-541681F7EFA2}" dt="2025-11-18T00:16:24.785" v="244" actId="20577"/>
          <ac:spMkLst>
            <pc:docMk/>
            <pc:sldMk cId="2450954168" sldId="3479"/>
            <ac:spMk id="4" creationId="{CE4E4262-E239-00AD-7AFF-28ABAB3C2F86}"/>
          </ac:spMkLst>
        </pc:spChg>
        <pc:spChg chg="mod">
          <ac:chgData name="Jean-Noel Sialou" userId="08acc5d2-3819-4be4-97e6-d593a92e8e16" providerId="ADAL" clId="{DC5A2AD4-2AC1-4F5C-A6BF-541681F7EFA2}" dt="2025-11-18T00:51:43.429" v="888" actId="1076"/>
          <ac:spMkLst>
            <pc:docMk/>
            <pc:sldMk cId="2450954168" sldId="3479"/>
            <ac:spMk id="8" creationId="{78ACA673-5C84-CC79-5D0C-0CCB6B03C382}"/>
          </ac:spMkLst>
        </pc:spChg>
        <pc:graphicFrameChg chg="add mod modGraphic">
          <ac:chgData name="Jean-Noel Sialou" userId="08acc5d2-3819-4be4-97e6-d593a92e8e16" providerId="ADAL" clId="{DC5A2AD4-2AC1-4F5C-A6BF-541681F7EFA2}" dt="2025-11-18T00:51:49.082" v="889" actId="1076"/>
          <ac:graphicFrameMkLst>
            <pc:docMk/>
            <pc:sldMk cId="2450954168" sldId="3479"/>
            <ac:graphicFrameMk id="5" creationId="{A386BDB4-E921-5198-0317-18373A669CAC}"/>
          </ac:graphicFrameMkLst>
        </pc:graphicFrameChg>
        <pc:graphicFrameChg chg="del mod">
          <ac:chgData name="Jean-Noel Sialou" userId="08acc5d2-3819-4be4-97e6-d593a92e8e16" providerId="ADAL" clId="{DC5A2AD4-2AC1-4F5C-A6BF-541681F7EFA2}" dt="2025-11-18T00:09:30.220" v="167" actId="478"/>
          <ac:graphicFrameMkLst>
            <pc:docMk/>
            <pc:sldMk cId="2450954168" sldId="3479"/>
            <ac:graphicFrameMk id="11" creationId="{D5EB2A22-4895-E314-C7A0-7205D739D141}"/>
          </ac:graphicFrameMkLst>
        </pc:graphicFrameChg>
        <pc:picChg chg="mod">
          <ac:chgData name="Jean-Noel Sialou" userId="08acc5d2-3819-4be4-97e6-d593a92e8e16" providerId="ADAL" clId="{DC5A2AD4-2AC1-4F5C-A6BF-541681F7EFA2}" dt="2025-11-18T00:55:22.912" v="1005" actId="1076"/>
          <ac:picMkLst>
            <pc:docMk/>
            <pc:sldMk cId="2450954168" sldId="3479"/>
            <ac:picMk id="2" creationId="{C639C4D0-1E41-9B0D-1E3F-71F3E43BBFBB}"/>
          </ac:picMkLst>
        </pc:picChg>
        <pc:picChg chg="add mod">
          <ac:chgData name="Jean-Noel Sialou" userId="08acc5d2-3819-4be4-97e6-d593a92e8e16" providerId="ADAL" clId="{DC5A2AD4-2AC1-4F5C-A6BF-541681F7EFA2}" dt="2025-11-18T00:55:18.847" v="1004"/>
          <ac:picMkLst>
            <pc:docMk/>
            <pc:sldMk cId="2450954168" sldId="3479"/>
            <ac:picMk id="6" creationId="{E5C918DF-1FDF-D08B-D9FF-0B8DFCDFCE3F}"/>
          </ac:picMkLst>
        </pc:picChg>
      </pc:sldChg>
      <pc:sldChg chg="addSp delSp modSp add mod">
        <pc:chgData name="Jean-Noel Sialou" userId="08acc5d2-3819-4be4-97e6-d593a92e8e16" providerId="ADAL" clId="{DC5A2AD4-2AC1-4F5C-A6BF-541681F7EFA2}" dt="2025-11-18T13:33:07.966" v="1336" actId="20577"/>
        <pc:sldMkLst>
          <pc:docMk/>
          <pc:sldMk cId="841912865" sldId="3480"/>
        </pc:sldMkLst>
        <pc:spChg chg="add mod">
          <ac:chgData name="Jean-Noel Sialou" userId="08acc5d2-3819-4be4-97e6-d593a92e8e16" providerId="ADAL" clId="{DC5A2AD4-2AC1-4F5C-A6BF-541681F7EFA2}" dt="2025-11-18T00:52:06.997" v="893" actId="14100"/>
          <ac:spMkLst>
            <pc:docMk/>
            <pc:sldMk cId="841912865" sldId="3480"/>
            <ac:spMk id="4" creationId="{CAE28AA7-B698-7506-323B-4594515B34A0}"/>
          </ac:spMkLst>
        </pc:spChg>
        <pc:spChg chg="del">
          <ac:chgData name="Jean-Noel Sialou" userId="08acc5d2-3819-4be4-97e6-d593a92e8e16" providerId="ADAL" clId="{DC5A2AD4-2AC1-4F5C-A6BF-541681F7EFA2}" dt="2025-11-18T00:49:27.561" v="864" actId="478"/>
          <ac:spMkLst>
            <pc:docMk/>
            <pc:sldMk cId="841912865" sldId="3480"/>
            <ac:spMk id="6" creationId="{9A42F6E7-7452-472F-C152-B0602CCC1610}"/>
          </ac:spMkLst>
        </pc:spChg>
        <pc:graphicFrameChg chg="mod modGraphic">
          <ac:chgData name="Jean-Noel Sialou" userId="08acc5d2-3819-4be4-97e6-d593a92e8e16" providerId="ADAL" clId="{DC5A2AD4-2AC1-4F5C-A6BF-541681F7EFA2}" dt="2025-11-18T13:33:07.966" v="1336" actId="20577"/>
          <ac:graphicFrameMkLst>
            <pc:docMk/>
            <pc:sldMk cId="841912865" sldId="3480"/>
            <ac:graphicFrameMk id="7" creationId="{45F45160-676E-B6C5-E8FA-470A956BB45E}"/>
          </ac:graphicFrameMkLst>
        </pc:graphicFrameChg>
        <pc:picChg chg="del">
          <ac:chgData name="Jean-Noel Sialou" userId="08acc5d2-3819-4be4-97e6-d593a92e8e16" providerId="ADAL" clId="{DC5A2AD4-2AC1-4F5C-A6BF-541681F7EFA2}" dt="2025-11-18T00:52:04.134" v="892" actId="478"/>
          <ac:picMkLst>
            <pc:docMk/>
            <pc:sldMk cId="841912865" sldId="3480"/>
            <ac:picMk id="3" creationId="{BC8B32C4-35BE-09FF-C084-3E1042D68F9E}"/>
          </ac:picMkLst>
        </pc:picChg>
        <pc:picChg chg="add mod">
          <ac:chgData name="Jean-Noel Sialou" userId="08acc5d2-3819-4be4-97e6-d593a92e8e16" providerId="ADAL" clId="{DC5A2AD4-2AC1-4F5C-A6BF-541681F7EFA2}" dt="2025-11-18T00:55:13.563" v="1002"/>
          <ac:picMkLst>
            <pc:docMk/>
            <pc:sldMk cId="841912865" sldId="3480"/>
            <ac:picMk id="8" creationId="{1BA3AC79-D584-AF26-8552-A753DB0DE8F7}"/>
          </ac:picMkLst>
        </pc:picChg>
      </pc:sldChg>
      <pc:sldChg chg="add del">
        <pc:chgData name="Jean-Noel Sialou" userId="08acc5d2-3819-4be4-97e6-d593a92e8e16" providerId="ADAL" clId="{DC5A2AD4-2AC1-4F5C-A6BF-541681F7EFA2}" dt="2025-11-18T00:27:20.262" v="532" actId="2890"/>
        <pc:sldMkLst>
          <pc:docMk/>
          <pc:sldMk cId="1267315009" sldId="3480"/>
        </pc:sldMkLst>
      </pc:sldChg>
      <pc:sldChg chg="del">
        <pc:chgData name="Jean-Noel Sialou" userId="08acc5d2-3819-4be4-97e6-d593a92e8e16" providerId="ADAL" clId="{DC5A2AD4-2AC1-4F5C-A6BF-541681F7EFA2}" dt="2025-11-17T23:57:04.003" v="67" actId="47"/>
        <pc:sldMkLst>
          <pc:docMk/>
          <pc:sldMk cId="2828644010" sldId="3480"/>
        </pc:sldMkLst>
      </pc:sldChg>
      <pc:sldChg chg="modSp add mod ord">
        <pc:chgData name="Jean-Noel Sialou" userId="08acc5d2-3819-4be4-97e6-d593a92e8e16" providerId="ADAL" clId="{DC5A2AD4-2AC1-4F5C-A6BF-541681F7EFA2}" dt="2025-11-18T00:35:08.401" v="639" actId="20577"/>
        <pc:sldMkLst>
          <pc:docMk/>
          <pc:sldMk cId="1446792674" sldId="3481"/>
        </pc:sldMkLst>
        <pc:spChg chg="mod">
          <ac:chgData name="Jean-Noel Sialou" userId="08acc5d2-3819-4be4-97e6-d593a92e8e16" providerId="ADAL" clId="{DC5A2AD4-2AC1-4F5C-A6BF-541681F7EFA2}" dt="2025-11-18T00:35:08.401" v="639" actId="20577"/>
          <ac:spMkLst>
            <pc:docMk/>
            <pc:sldMk cId="1446792674" sldId="3481"/>
            <ac:spMk id="9" creationId="{D0109BAC-45F7-3C7C-A786-2D564EB5AFDC}"/>
          </ac:spMkLst>
        </pc:spChg>
      </pc:sldChg>
      <pc:sldChg chg="addSp delSp modSp add mod ord">
        <pc:chgData name="Jean-Noel Sialou" userId="08acc5d2-3819-4be4-97e6-d593a92e8e16" providerId="ADAL" clId="{DC5A2AD4-2AC1-4F5C-A6BF-541681F7EFA2}" dt="2025-11-18T01:13:31.698" v="1322" actId="20577"/>
        <pc:sldMkLst>
          <pc:docMk/>
          <pc:sldMk cId="437435807" sldId="3482"/>
        </pc:sldMkLst>
        <pc:spChg chg="mod">
          <ac:chgData name="Jean-Noel Sialou" userId="08acc5d2-3819-4be4-97e6-d593a92e8e16" providerId="ADAL" clId="{DC5A2AD4-2AC1-4F5C-A6BF-541681F7EFA2}" dt="2025-11-18T00:52:48.263" v="898" actId="113"/>
          <ac:spMkLst>
            <pc:docMk/>
            <pc:sldMk cId="437435807" sldId="3482"/>
            <ac:spMk id="6" creationId="{90DCA449-0EF3-8BEA-D204-3E969A1295F9}"/>
          </ac:spMkLst>
        </pc:spChg>
        <pc:spChg chg="add">
          <ac:chgData name="Jean-Noel Sialou" userId="08acc5d2-3819-4be4-97e6-d593a92e8e16" providerId="ADAL" clId="{DC5A2AD4-2AC1-4F5C-A6BF-541681F7EFA2}" dt="2025-11-18T00:39:08.731" v="712"/>
          <ac:spMkLst>
            <pc:docMk/>
            <pc:sldMk cId="437435807" sldId="3482"/>
            <ac:spMk id="8" creationId="{C4090C58-0D48-EC17-F914-4113E45D086A}"/>
          </ac:spMkLst>
        </pc:spChg>
        <pc:spChg chg="add mod">
          <ac:chgData name="Jean-Noel Sialou" userId="08acc5d2-3819-4be4-97e6-d593a92e8e16" providerId="ADAL" clId="{DC5A2AD4-2AC1-4F5C-A6BF-541681F7EFA2}" dt="2025-11-18T00:39:35.251" v="721" actId="14100"/>
          <ac:spMkLst>
            <pc:docMk/>
            <pc:sldMk cId="437435807" sldId="3482"/>
            <ac:spMk id="10" creationId="{D2EFBC5A-7280-4523-A0A1-A9BDE4E648C6}"/>
          </ac:spMkLst>
        </pc:spChg>
        <pc:graphicFrameChg chg="add mod modGraphic">
          <ac:chgData name="Jean-Noel Sialou" userId="08acc5d2-3819-4be4-97e6-d593a92e8e16" providerId="ADAL" clId="{DC5A2AD4-2AC1-4F5C-A6BF-541681F7EFA2}" dt="2025-11-18T01:13:31.698" v="1322" actId="20577"/>
          <ac:graphicFrameMkLst>
            <pc:docMk/>
            <pc:sldMk cId="437435807" sldId="3482"/>
            <ac:graphicFrameMk id="4" creationId="{490F7AC6-01EB-AF22-4644-AA364C35525A}"/>
          </ac:graphicFrameMkLst>
        </pc:graphicFrameChg>
        <pc:graphicFrameChg chg="del">
          <ac:chgData name="Jean-Noel Sialou" userId="08acc5d2-3819-4be4-97e6-d593a92e8e16" providerId="ADAL" clId="{DC5A2AD4-2AC1-4F5C-A6BF-541681F7EFA2}" dt="2025-11-18T00:35:17.083" v="643" actId="478"/>
          <ac:graphicFrameMkLst>
            <pc:docMk/>
            <pc:sldMk cId="437435807" sldId="3482"/>
            <ac:graphicFrameMk id="7" creationId="{66450925-9179-DF00-B1A3-8A621F6E02B0}"/>
          </ac:graphicFrameMkLst>
        </pc:graphicFrameChg>
        <pc:picChg chg="del">
          <ac:chgData name="Jean-Noel Sialou" userId="08acc5d2-3819-4be4-97e6-d593a92e8e16" providerId="ADAL" clId="{DC5A2AD4-2AC1-4F5C-A6BF-541681F7EFA2}" dt="2025-11-18T00:39:44.580" v="722" actId="478"/>
          <ac:picMkLst>
            <pc:docMk/>
            <pc:sldMk cId="437435807" sldId="3482"/>
            <ac:picMk id="3" creationId="{7C398DF3-2651-7435-1288-E354D63DF1DA}"/>
          </ac:picMkLst>
        </pc:picChg>
        <pc:picChg chg="add mod">
          <ac:chgData name="Jean-Noel Sialou" userId="08acc5d2-3819-4be4-97e6-d593a92e8e16" providerId="ADAL" clId="{DC5A2AD4-2AC1-4F5C-A6BF-541681F7EFA2}" dt="2025-11-18T00:55:11.218" v="1001"/>
          <ac:picMkLst>
            <pc:docMk/>
            <pc:sldMk cId="437435807" sldId="3482"/>
            <ac:picMk id="11" creationId="{C47C9E83-AB9F-1FDA-D48F-63819D0FC6D1}"/>
          </ac:picMkLst>
        </pc:picChg>
      </pc:sldChg>
      <pc:sldChg chg="modSp add mod ord">
        <pc:chgData name="Jean-Noel Sialou" userId="08acc5d2-3819-4be4-97e6-d593a92e8e16" providerId="ADAL" clId="{DC5A2AD4-2AC1-4F5C-A6BF-541681F7EFA2}" dt="2025-11-18T00:40:08.757" v="742" actId="20577"/>
        <pc:sldMkLst>
          <pc:docMk/>
          <pc:sldMk cId="938020872" sldId="3483"/>
        </pc:sldMkLst>
        <pc:spChg chg="mod">
          <ac:chgData name="Jean-Noel Sialou" userId="08acc5d2-3819-4be4-97e6-d593a92e8e16" providerId="ADAL" clId="{DC5A2AD4-2AC1-4F5C-A6BF-541681F7EFA2}" dt="2025-11-18T00:40:08.757" v="742" actId="20577"/>
          <ac:spMkLst>
            <pc:docMk/>
            <pc:sldMk cId="938020872" sldId="3483"/>
            <ac:spMk id="9" creationId="{CCE77DE6-3CE8-0FA6-4544-39AAA360A354}"/>
          </ac:spMkLst>
        </pc:spChg>
      </pc:sldChg>
      <pc:sldChg chg="addSp delSp modSp add mod ord">
        <pc:chgData name="Jean-Noel Sialou" userId="08acc5d2-3819-4be4-97e6-d593a92e8e16" providerId="ADAL" clId="{DC5A2AD4-2AC1-4F5C-A6BF-541681F7EFA2}" dt="2025-11-18T01:09:00.914" v="1279" actId="12100"/>
        <pc:sldMkLst>
          <pc:docMk/>
          <pc:sldMk cId="3480989172" sldId="3484"/>
        </pc:sldMkLst>
        <pc:spChg chg="mod">
          <ac:chgData name="Jean-Noel Sialou" userId="08acc5d2-3819-4be4-97e6-d593a92e8e16" providerId="ADAL" clId="{DC5A2AD4-2AC1-4F5C-A6BF-541681F7EFA2}" dt="2025-11-18T00:54:09.578" v="992" actId="20577"/>
          <ac:spMkLst>
            <pc:docMk/>
            <pc:sldMk cId="3480989172" sldId="3484"/>
            <ac:spMk id="6" creationId="{C7CF7B63-C2EB-C5B1-7E2B-D6697BF44620}"/>
          </ac:spMkLst>
        </pc:spChg>
        <pc:spChg chg="add del mod">
          <ac:chgData name="Jean-Noel Sialou" userId="08acc5d2-3819-4be4-97e6-d593a92e8e16" providerId="ADAL" clId="{DC5A2AD4-2AC1-4F5C-A6BF-541681F7EFA2}" dt="2025-11-18T00:45:32.706" v="782" actId="11529"/>
          <ac:spMkLst>
            <pc:docMk/>
            <pc:sldMk cId="3480989172" sldId="3484"/>
            <ac:spMk id="7" creationId="{3E211148-6580-A292-377D-E2240E98B5C4}"/>
          </ac:spMkLst>
        </pc:spChg>
        <pc:spChg chg="del">
          <ac:chgData name="Jean-Noel Sialou" userId="08acc5d2-3819-4be4-97e6-d593a92e8e16" providerId="ADAL" clId="{DC5A2AD4-2AC1-4F5C-A6BF-541681F7EFA2}" dt="2025-11-18T00:40:44.412" v="747" actId="478"/>
          <ac:spMkLst>
            <pc:docMk/>
            <pc:sldMk cId="3480989172" sldId="3484"/>
            <ac:spMk id="10" creationId="{F990680B-6932-756B-3485-537F858186E6}"/>
          </ac:spMkLst>
        </pc:spChg>
        <pc:graphicFrameChg chg="add mod modGraphic">
          <ac:chgData name="Jean-Noel Sialou" userId="08acc5d2-3819-4be4-97e6-d593a92e8e16" providerId="ADAL" clId="{DC5A2AD4-2AC1-4F5C-A6BF-541681F7EFA2}" dt="2025-11-18T01:09:00.914" v="1279" actId="12100"/>
          <ac:graphicFrameMkLst>
            <pc:docMk/>
            <pc:sldMk cId="3480989172" sldId="3484"/>
            <ac:graphicFrameMk id="3" creationId="{C9ADA15B-27D2-E4A9-80B9-C74572619B9C}"/>
          </ac:graphicFrameMkLst>
        </pc:graphicFrameChg>
        <pc:graphicFrameChg chg="del">
          <ac:chgData name="Jean-Noel Sialou" userId="08acc5d2-3819-4be4-97e6-d593a92e8e16" providerId="ADAL" clId="{DC5A2AD4-2AC1-4F5C-A6BF-541681F7EFA2}" dt="2025-11-18T00:40:42.329" v="746" actId="478"/>
          <ac:graphicFrameMkLst>
            <pc:docMk/>
            <pc:sldMk cId="3480989172" sldId="3484"/>
            <ac:graphicFrameMk id="4" creationId="{A5E6CC26-F9E7-9DF2-746F-DB88091398F3}"/>
          </ac:graphicFrameMkLst>
        </pc:graphicFrameChg>
        <pc:picChg chg="add mod">
          <ac:chgData name="Jean-Noel Sialou" userId="08acc5d2-3819-4be4-97e6-d593a92e8e16" providerId="ADAL" clId="{DC5A2AD4-2AC1-4F5C-A6BF-541681F7EFA2}" dt="2025-11-18T00:55:08.270" v="1000" actId="1076"/>
          <ac:picMkLst>
            <pc:docMk/>
            <pc:sldMk cId="3480989172" sldId="3484"/>
            <ac:picMk id="2050" creationId="{17B626E5-1DD7-606A-2C56-A9D70721D85A}"/>
          </ac:picMkLst>
        </pc:picChg>
      </pc:sldChg>
      <pc:sldChg chg="modSp add mod ord">
        <pc:chgData name="Jean-Noel Sialou" userId="08acc5d2-3819-4be4-97e6-d593a92e8e16" providerId="ADAL" clId="{DC5A2AD4-2AC1-4F5C-A6BF-541681F7EFA2}" dt="2025-11-18T00:57:05.318" v="1108" actId="20577"/>
        <pc:sldMkLst>
          <pc:docMk/>
          <pc:sldMk cId="527143299" sldId="3485"/>
        </pc:sldMkLst>
        <pc:spChg chg="mod">
          <ac:chgData name="Jean-Noel Sialou" userId="08acc5d2-3819-4be4-97e6-d593a92e8e16" providerId="ADAL" clId="{DC5A2AD4-2AC1-4F5C-A6BF-541681F7EFA2}" dt="2025-11-18T00:57:05.318" v="1108" actId="20577"/>
          <ac:spMkLst>
            <pc:docMk/>
            <pc:sldMk cId="527143299" sldId="3485"/>
            <ac:spMk id="9" creationId="{B5E1D2B5-7A55-3196-B021-0514A12BC77A}"/>
          </ac:spMkLst>
        </pc:spChg>
        <pc:picChg chg="mod">
          <ac:chgData name="Jean-Noel Sialou" userId="08acc5d2-3819-4be4-97e6-d593a92e8e16" providerId="ADAL" clId="{DC5A2AD4-2AC1-4F5C-A6BF-541681F7EFA2}" dt="2025-11-18T00:57:01.320" v="1096" actId="1076"/>
          <ac:picMkLst>
            <pc:docMk/>
            <pc:sldMk cId="527143299" sldId="3485"/>
            <ac:picMk id="5" creationId="{58BB4198-E6CD-CE24-B368-CAEA143E8380}"/>
          </ac:picMkLst>
        </pc:picChg>
      </pc:sldChg>
      <pc:sldChg chg="addSp delSp modSp add mod ord">
        <pc:chgData name="Jean-Noel Sialou" userId="08acc5d2-3819-4be4-97e6-d593a92e8e16" providerId="ADAL" clId="{DC5A2AD4-2AC1-4F5C-A6BF-541681F7EFA2}" dt="2025-11-18T01:13:00.836" v="1321" actId="20577"/>
        <pc:sldMkLst>
          <pc:docMk/>
          <pc:sldMk cId="3538597952" sldId="3486"/>
        </pc:sldMkLst>
        <pc:spChg chg="mod">
          <ac:chgData name="Jean-Noel Sialou" userId="08acc5d2-3819-4be4-97e6-d593a92e8e16" providerId="ADAL" clId="{DC5A2AD4-2AC1-4F5C-A6BF-541681F7EFA2}" dt="2025-11-18T01:05:59.107" v="1179" actId="20577"/>
          <ac:spMkLst>
            <pc:docMk/>
            <pc:sldMk cId="3538597952" sldId="3486"/>
            <ac:spMk id="4" creationId="{F45D5474-0B26-6E43-8CC7-868DC4CF3B26}"/>
          </ac:spMkLst>
        </pc:spChg>
        <pc:spChg chg="mod">
          <ac:chgData name="Jean-Noel Sialou" userId="08acc5d2-3819-4be4-97e6-d593a92e8e16" providerId="ADAL" clId="{DC5A2AD4-2AC1-4F5C-A6BF-541681F7EFA2}" dt="2025-11-18T01:07:42.843" v="1240" actId="207"/>
          <ac:spMkLst>
            <pc:docMk/>
            <pc:sldMk cId="3538597952" sldId="3486"/>
            <ac:spMk id="8" creationId="{EAC69C31-DCE1-D00D-6FC7-9550D2F5959C}"/>
          </ac:spMkLst>
        </pc:spChg>
        <pc:graphicFrameChg chg="del">
          <ac:chgData name="Jean-Noel Sialou" userId="08acc5d2-3819-4be4-97e6-d593a92e8e16" providerId="ADAL" clId="{DC5A2AD4-2AC1-4F5C-A6BF-541681F7EFA2}" dt="2025-11-18T01:02:49.805" v="1112" actId="478"/>
          <ac:graphicFrameMkLst>
            <pc:docMk/>
            <pc:sldMk cId="3538597952" sldId="3486"/>
            <ac:graphicFrameMk id="5" creationId="{6FA7A85A-3236-465B-058D-26CE1E584F37}"/>
          </ac:graphicFrameMkLst>
        </pc:graphicFrameChg>
        <pc:graphicFrameChg chg="add mod modGraphic">
          <ac:chgData name="Jean-Noel Sialou" userId="08acc5d2-3819-4be4-97e6-d593a92e8e16" providerId="ADAL" clId="{DC5A2AD4-2AC1-4F5C-A6BF-541681F7EFA2}" dt="2025-11-18T01:13:00.836" v="1321" actId="20577"/>
          <ac:graphicFrameMkLst>
            <pc:docMk/>
            <pc:sldMk cId="3538597952" sldId="3486"/>
            <ac:graphicFrameMk id="7" creationId="{85016301-FF85-C6DB-2C44-706DEAECDEC6}"/>
          </ac:graphicFrameMkLst>
        </pc:graphicFrameChg>
      </pc:sldChg>
      <pc:sldChg chg="del">
        <pc:chgData name="Jean-Noel Sialou" userId="08acc5d2-3819-4be4-97e6-d593a92e8e16" providerId="ADAL" clId="{DC5A2AD4-2AC1-4F5C-A6BF-541681F7EFA2}" dt="2025-11-17T23:57:14.715" v="72" actId="47"/>
        <pc:sldMkLst>
          <pc:docMk/>
          <pc:sldMk cId="4180059854" sldId="3630"/>
        </pc:sldMkLst>
      </pc:sldChg>
      <pc:sldChg chg="del">
        <pc:chgData name="Jean-Noel Sialou" userId="08acc5d2-3819-4be4-97e6-d593a92e8e16" providerId="ADAL" clId="{DC5A2AD4-2AC1-4F5C-A6BF-541681F7EFA2}" dt="2025-11-17T23:57:06.827" v="68" actId="47"/>
        <pc:sldMkLst>
          <pc:docMk/>
          <pc:sldMk cId="894390279" sldId="3635"/>
        </pc:sldMkLst>
      </pc:sldChg>
      <pc:sldChg chg="del">
        <pc:chgData name="Jean-Noel Sialou" userId="08acc5d2-3819-4be4-97e6-d593a92e8e16" providerId="ADAL" clId="{DC5A2AD4-2AC1-4F5C-A6BF-541681F7EFA2}" dt="2025-11-17T23:57:08.416" v="69" actId="47"/>
        <pc:sldMkLst>
          <pc:docMk/>
          <pc:sldMk cId="2095026431" sldId="3641"/>
        </pc:sldMkLst>
      </pc:sldChg>
      <pc:sldChg chg="del">
        <pc:chgData name="Jean-Noel Sialou" userId="08acc5d2-3819-4be4-97e6-d593a92e8e16" providerId="ADAL" clId="{DC5A2AD4-2AC1-4F5C-A6BF-541681F7EFA2}" dt="2025-11-17T23:57:12.390" v="70" actId="47"/>
        <pc:sldMkLst>
          <pc:docMk/>
          <pc:sldMk cId="1233874337" sldId="3642"/>
        </pc:sldMkLst>
      </pc:sldChg>
      <pc:sldChg chg="del">
        <pc:chgData name="Jean-Noel Sialou" userId="08acc5d2-3819-4be4-97e6-d593a92e8e16" providerId="ADAL" clId="{DC5A2AD4-2AC1-4F5C-A6BF-541681F7EFA2}" dt="2025-11-17T23:57:13.376" v="71" actId="47"/>
        <pc:sldMkLst>
          <pc:docMk/>
          <pc:sldMk cId="2043121470" sldId="3643"/>
        </pc:sldMkLst>
      </pc:sldChg>
      <pc:sldMasterChg chg="del delSldLayout">
        <pc:chgData name="Jean-Noel Sialou" userId="08acc5d2-3819-4be4-97e6-d593a92e8e16" providerId="ADAL" clId="{DC5A2AD4-2AC1-4F5C-A6BF-541681F7EFA2}" dt="2025-11-17T23:57:13.376" v="71" actId="47"/>
        <pc:sldMasterMkLst>
          <pc:docMk/>
          <pc:sldMasterMk cId="4030518808" sldId="2147483671"/>
        </pc:sldMasterMkLst>
        <pc:sldLayoutChg chg="del">
          <pc:chgData name="Jean-Noel Sialou" userId="08acc5d2-3819-4be4-97e6-d593a92e8e16" providerId="ADAL" clId="{DC5A2AD4-2AC1-4F5C-A6BF-541681F7EFA2}" dt="2025-11-17T23:57:13.376" v="71" actId="47"/>
          <pc:sldLayoutMkLst>
            <pc:docMk/>
            <pc:sldMasterMk cId="4030518808" sldId="2147483671"/>
            <pc:sldLayoutMk cId="250126830" sldId="2147483672"/>
          </pc:sldLayoutMkLst>
        </pc:sldLayoutChg>
        <pc:sldLayoutChg chg="del">
          <pc:chgData name="Jean-Noel Sialou" userId="08acc5d2-3819-4be4-97e6-d593a92e8e16" providerId="ADAL" clId="{DC5A2AD4-2AC1-4F5C-A6BF-541681F7EFA2}" dt="2025-11-17T23:57:13.376" v="71" actId="47"/>
          <pc:sldLayoutMkLst>
            <pc:docMk/>
            <pc:sldMasterMk cId="4030518808" sldId="2147483671"/>
            <pc:sldLayoutMk cId="2263740179" sldId="2147483673"/>
          </pc:sldLayoutMkLst>
        </pc:sldLayoutChg>
        <pc:sldLayoutChg chg="del">
          <pc:chgData name="Jean-Noel Sialou" userId="08acc5d2-3819-4be4-97e6-d593a92e8e16" providerId="ADAL" clId="{DC5A2AD4-2AC1-4F5C-A6BF-541681F7EFA2}" dt="2025-11-17T23:57:13.376" v="71" actId="47"/>
          <pc:sldLayoutMkLst>
            <pc:docMk/>
            <pc:sldMasterMk cId="4030518808" sldId="2147483671"/>
            <pc:sldLayoutMk cId="1701905895" sldId="2147483674"/>
          </pc:sldLayoutMkLst>
        </pc:sldLayoutChg>
        <pc:sldLayoutChg chg="del">
          <pc:chgData name="Jean-Noel Sialou" userId="08acc5d2-3819-4be4-97e6-d593a92e8e16" providerId="ADAL" clId="{DC5A2AD4-2AC1-4F5C-A6BF-541681F7EFA2}" dt="2025-11-17T23:57:13.376" v="71" actId="47"/>
          <pc:sldLayoutMkLst>
            <pc:docMk/>
            <pc:sldMasterMk cId="4030518808" sldId="2147483671"/>
            <pc:sldLayoutMk cId="3157787120" sldId="2147483675"/>
          </pc:sldLayoutMkLst>
        </pc:sldLayoutChg>
        <pc:sldLayoutChg chg="del">
          <pc:chgData name="Jean-Noel Sialou" userId="08acc5d2-3819-4be4-97e6-d593a92e8e16" providerId="ADAL" clId="{DC5A2AD4-2AC1-4F5C-A6BF-541681F7EFA2}" dt="2025-11-17T23:57:13.376" v="71" actId="47"/>
          <pc:sldLayoutMkLst>
            <pc:docMk/>
            <pc:sldMasterMk cId="4030518808" sldId="2147483671"/>
            <pc:sldLayoutMk cId="3575889020" sldId="2147483676"/>
          </pc:sldLayoutMkLst>
        </pc:sldLayoutChg>
        <pc:sldLayoutChg chg="del">
          <pc:chgData name="Jean-Noel Sialou" userId="08acc5d2-3819-4be4-97e6-d593a92e8e16" providerId="ADAL" clId="{DC5A2AD4-2AC1-4F5C-A6BF-541681F7EFA2}" dt="2025-11-17T23:57:13.376" v="71" actId="47"/>
          <pc:sldLayoutMkLst>
            <pc:docMk/>
            <pc:sldMasterMk cId="4030518808" sldId="2147483671"/>
            <pc:sldLayoutMk cId="3674109170" sldId="2147483677"/>
          </pc:sldLayoutMkLst>
        </pc:sldLayoutChg>
        <pc:sldLayoutChg chg="del">
          <pc:chgData name="Jean-Noel Sialou" userId="08acc5d2-3819-4be4-97e6-d593a92e8e16" providerId="ADAL" clId="{DC5A2AD4-2AC1-4F5C-A6BF-541681F7EFA2}" dt="2025-11-17T23:57:13.376" v="71" actId="47"/>
          <pc:sldLayoutMkLst>
            <pc:docMk/>
            <pc:sldMasterMk cId="4030518808" sldId="2147483671"/>
            <pc:sldLayoutMk cId="1501002632" sldId="2147483678"/>
          </pc:sldLayoutMkLst>
        </pc:sldLayoutChg>
        <pc:sldLayoutChg chg="del">
          <pc:chgData name="Jean-Noel Sialou" userId="08acc5d2-3819-4be4-97e6-d593a92e8e16" providerId="ADAL" clId="{DC5A2AD4-2AC1-4F5C-A6BF-541681F7EFA2}" dt="2025-11-17T23:57:13.376" v="71" actId="47"/>
          <pc:sldLayoutMkLst>
            <pc:docMk/>
            <pc:sldMasterMk cId="4030518808" sldId="2147483671"/>
            <pc:sldLayoutMk cId="1403677517" sldId="2147483679"/>
          </pc:sldLayoutMkLst>
        </pc:sldLayoutChg>
        <pc:sldLayoutChg chg="del">
          <pc:chgData name="Jean-Noel Sialou" userId="08acc5d2-3819-4be4-97e6-d593a92e8e16" providerId="ADAL" clId="{DC5A2AD4-2AC1-4F5C-A6BF-541681F7EFA2}" dt="2025-11-17T23:57:13.376" v="71" actId="47"/>
          <pc:sldLayoutMkLst>
            <pc:docMk/>
            <pc:sldMasterMk cId="4030518808" sldId="2147483671"/>
            <pc:sldLayoutMk cId="3236563017" sldId="2147483680"/>
          </pc:sldLayoutMkLst>
        </pc:sldLayoutChg>
        <pc:sldLayoutChg chg="del">
          <pc:chgData name="Jean-Noel Sialou" userId="08acc5d2-3819-4be4-97e6-d593a92e8e16" providerId="ADAL" clId="{DC5A2AD4-2AC1-4F5C-A6BF-541681F7EFA2}" dt="2025-11-17T23:57:13.376" v="71" actId="47"/>
          <pc:sldLayoutMkLst>
            <pc:docMk/>
            <pc:sldMasterMk cId="4030518808" sldId="2147483671"/>
            <pc:sldLayoutMk cId="1519165244" sldId="2147483681"/>
          </pc:sldLayoutMkLst>
        </pc:sldLayoutChg>
        <pc:sldLayoutChg chg="del">
          <pc:chgData name="Jean-Noel Sialou" userId="08acc5d2-3819-4be4-97e6-d593a92e8e16" providerId="ADAL" clId="{DC5A2AD4-2AC1-4F5C-A6BF-541681F7EFA2}" dt="2025-11-17T23:57:13.376" v="71" actId="47"/>
          <pc:sldLayoutMkLst>
            <pc:docMk/>
            <pc:sldMasterMk cId="4030518808" sldId="2147483671"/>
            <pc:sldLayoutMk cId="789265254" sldId="2147483682"/>
          </pc:sldLayoutMkLst>
        </pc:sldLayoutChg>
        <pc:sldLayoutChg chg="del">
          <pc:chgData name="Jean-Noel Sialou" userId="08acc5d2-3819-4be4-97e6-d593a92e8e16" providerId="ADAL" clId="{DC5A2AD4-2AC1-4F5C-A6BF-541681F7EFA2}" dt="2025-11-17T23:57:13.376" v="71" actId="47"/>
          <pc:sldLayoutMkLst>
            <pc:docMk/>
            <pc:sldMasterMk cId="4030518808" sldId="2147483671"/>
            <pc:sldLayoutMk cId="2969338741" sldId="2147483786"/>
          </pc:sldLayoutMkLst>
        </pc:sldLayoutChg>
        <pc:sldLayoutChg chg="del">
          <pc:chgData name="Jean-Noel Sialou" userId="08acc5d2-3819-4be4-97e6-d593a92e8e16" providerId="ADAL" clId="{DC5A2AD4-2AC1-4F5C-A6BF-541681F7EFA2}" dt="2025-11-17T23:57:13.376" v="71" actId="47"/>
          <pc:sldLayoutMkLst>
            <pc:docMk/>
            <pc:sldMasterMk cId="4030518808" sldId="2147483671"/>
            <pc:sldLayoutMk cId="497406281" sldId="2147483787"/>
          </pc:sldLayoutMkLst>
        </pc:sldLayoutChg>
        <pc:sldLayoutChg chg="del">
          <pc:chgData name="Jean-Noel Sialou" userId="08acc5d2-3819-4be4-97e6-d593a92e8e16" providerId="ADAL" clId="{DC5A2AD4-2AC1-4F5C-A6BF-541681F7EFA2}" dt="2025-11-17T23:57:13.376" v="71" actId="47"/>
          <pc:sldLayoutMkLst>
            <pc:docMk/>
            <pc:sldMasterMk cId="4030518808" sldId="2147483671"/>
            <pc:sldLayoutMk cId="2325109370" sldId="2147483811"/>
          </pc:sldLayoutMkLst>
        </pc:sldLayoutChg>
        <pc:sldLayoutChg chg="del">
          <pc:chgData name="Jean-Noel Sialou" userId="08acc5d2-3819-4be4-97e6-d593a92e8e16" providerId="ADAL" clId="{DC5A2AD4-2AC1-4F5C-A6BF-541681F7EFA2}" dt="2025-11-17T23:57:13.376" v="71" actId="47"/>
          <pc:sldLayoutMkLst>
            <pc:docMk/>
            <pc:sldMasterMk cId="4030518808" sldId="2147483671"/>
            <pc:sldLayoutMk cId="2263740179" sldId="2147483812"/>
          </pc:sldLayoutMkLst>
        </pc:sldLayoutChg>
      </pc:sldMasterChg>
      <pc:sldMasterChg chg="addSldLayout delSldLayout">
        <pc:chgData name="Jean-Noel Sialou" userId="08acc5d2-3819-4be4-97e6-d593a92e8e16" providerId="ADAL" clId="{DC5A2AD4-2AC1-4F5C-A6BF-541681F7EFA2}" dt="2025-11-18T00:23:17.447" v="449" actId="47"/>
        <pc:sldMasterMkLst>
          <pc:docMk/>
          <pc:sldMasterMk cId="3821020245" sldId="2147483813"/>
        </pc:sldMasterMkLst>
        <pc:sldLayoutChg chg="add del">
          <pc:chgData name="Jean-Noel Sialou" userId="08acc5d2-3819-4be4-97e6-d593a92e8e16" providerId="ADAL" clId="{DC5A2AD4-2AC1-4F5C-A6BF-541681F7EFA2}" dt="2025-11-18T00:23:17.447" v="449" actId="47"/>
          <pc:sldLayoutMkLst>
            <pc:docMk/>
            <pc:sldMasterMk cId="3821020245" sldId="2147483813"/>
            <pc:sldLayoutMk cId="113508915" sldId="2147483827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E95A182-A388-4283-A136-EF86C9D20606}" type="doc">
      <dgm:prSet loTypeId="urn:microsoft.com/office/officeart/2005/8/layout/vProcess5" loCatId="process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fr-CI"/>
        </a:p>
      </dgm:t>
    </dgm:pt>
    <dgm:pt modelId="{E420C2D1-2F61-41F1-9248-0D7BE048E4DE}">
      <dgm:prSet phldrT="[Texte]" custT="1"/>
      <dgm:spPr/>
      <dgm:t>
        <a:bodyPr/>
        <a:lstStyle/>
        <a:p>
          <a:pPr>
            <a:buNone/>
          </a:pPr>
          <a:r>
            <a:rPr lang="fr-CI" sz="1800"/>
            <a:t>une opinion d’audit sur les six exercices,</a:t>
          </a:r>
          <a:endParaRPr lang="fr-CI" sz="1800" dirty="0"/>
        </a:p>
      </dgm:t>
    </dgm:pt>
    <dgm:pt modelId="{B9CCC12F-D822-4319-8359-E40A94ADD5B7}" type="parTrans" cxnId="{E75D48A1-D88B-49DA-ABCE-36157AE26B90}">
      <dgm:prSet/>
      <dgm:spPr/>
      <dgm:t>
        <a:bodyPr/>
        <a:lstStyle/>
        <a:p>
          <a:endParaRPr lang="fr-CI" sz="1800"/>
        </a:p>
      </dgm:t>
    </dgm:pt>
    <dgm:pt modelId="{BC8E749A-A79F-42EE-97EB-814C060D09DB}" type="sibTrans" cxnId="{E75D48A1-D88B-49DA-ABCE-36157AE26B90}">
      <dgm:prSet custT="1"/>
      <dgm:spPr/>
      <dgm:t>
        <a:bodyPr/>
        <a:lstStyle/>
        <a:p>
          <a:endParaRPr lang="fr-CI" sz="1800"/>
        </a:p>
      </dgm:t>
    </dgm:pt>
    <dgm:pt modelId="{1C244FB8-5BF9-4C43-A0B5-7D8DE7E5D4F7}">
      <dgm:prSet custT="1"/>
      <dgm:spPr/>
      <dgm:t>
        <a:bodyPr/>
        <a:lstStyle/>
        <a:p>
          <a:pPr>
            <a:buNone/>
          </a:pPr>
          <a:r>
            <a:rPr lang="fr-FR" sz="1800"/>
            <a:t>l’évaluation du contrôle interne, avec une matrice des constats hiérarchisés,</a:t>
          </a:r>
          <a:endParaRPr lang="fr-FR" sz="1800" dirty="0"/>
        </a:p>
      </dgm:t>
    </dgm:pt>
    <dgm:pt modelId="{E3FE0BC6-F9EB-4B75-86D3-9C4829FC5794}" type="parTrans" cxnId="{AFCCA84A-DC03-47B2-8F6A-8833CD209194}">
      <dgm:prSet/>
      <dgm:spPr/>
      <dgm:t>
        <a:bodyPr/>
        <a:lstStyle/>
        <a:p>
          <a:endParaRPr lang="fr-CI" sz="1800"/>
        </a:p>
      </dgm:t>
    </dgm:pt>
    <dgm:pt modelId="{8A00C6B8-22EC-4C82-93B3-5B793F3E3C34}" type="sibTrans" cxnId="{AFCCA84A-DC03-47B2-8F6A-8833CD209194}">
      <dgm:prSet custT="1"/>
      <dgm:spPr/>
      <dgm:t>
        <a:bodyPr/>
        <a:lstStyle/>
        <a:p>
          <a:endParaRPr lang="fr-CI" sz="1800"/>
        </a:p>
      </dgm:t>
    </dgm:pt>
    <dgm:pt modelId="{6517E1E5-664A-4D0D-ABBA-E939A8793290}">
      <dgm:prSet custT="1"/>
      <dgm:spPr/>
      <dgm:t>
        <a:bodyPr/>
        <a:lstStyle/>
        <a:p>
          <a:pPr>
            <a:buNone/>
          </a:pPr>
          <a:r>
            <a:rPr lang="fr-FR" sz="1800" b="1"/>
            <a:t>l’équilibre financier (cotisations, prestations, frais, engagements),</a:t>
          </a:r>
          <a:endParaRPr lang="fr-FR" sz="1800" dirty="0"/>
        </a:p>
      </dgm:t>
    </dgm:pt>
    <dgm:pt modelId="{F9687183-EEE6-4886-BD3D-F2EF8F31DB0C}" type="parTrans" cxnId="{4E9C9EBC-106A-4B02-998C-BA377E93DA29}">
      <dgm:prSet/>
      <dgm:spPr/>
      <dgm:t>
        <a:bodyPr/>
        <a:lstStyle/>
        <a:p>
          <a:endParaRPr lang="fr-CI" sz="1800"/>
        </a:p>
      </dgm:t>
    </dgm:pt>
    <dgm:pt modelId="{9D8911F9-F5C6-4B41-9BE9-68CE8E9F2D2D}" type="sibTrans" cxnId="{4E9C9EBC-106A-4B02-998C-BA377E93DA29}">
      <dgm:prSet custT="1"/>
      <dgm:spPr/>
      <dgm:t>
        <a:bodyPr/>
        <a:lstStyle/>
        <a:p>
          <a:endParaRPr lang="fr-CI" sz="1800"/>
        </a:p>
      </dgm:t>
    </dgm:pt>
    <dgm:pt modelId="{F58AECBA-CC7E-4A1B-84EA-274D61426C24}">
      <dgm:prSet custT="1"/>
      <dgm:spPr/>
      <dgm:t>
        <a:bodyPr/>
        <a:lstStyle/>
        <a:p>
          <a:pPr>
            <a:buNone/>
          </a:pPr>
          <a:r>
            <a:rPr lang="fr-FR" sz="1800"/>
            <a:t>la conformité légale, statutaire et fiscale, et la traçabilité des dossiers,</a:t>
          </a:r>
          <a:endParaRPr lang="fr-FR" sz="1800" dirty="0"/>
        </a:p>
      </dgm:t>
    </dgm:pt>
    <dgm:pt modelId="{F65EA611-B1B8-4F04-93A5-8D2C430E95A1}" type="parTrans" cxnId="{CD9EC0C4-04B4-4912-98BE-41062A5E65EB}">
      <dgm:prSet/>
      <dgm:spPr/>
      <dgm:t>
        <a:bodyPr/>
        <a:lstStyle/>
        <a:p>
          <a:endParaRPr lang="fr-CI" sz="1800"/>
        </a:p>
      </dgm:t>
    </dgm:pt>
    <dgm:pt modelId="{55095D40-56B6-4534-B84F-2674B7F1218D}" type="sibTrans" cxnId="{CD9EC0C4-04B4-4912-98BE-41062A5E65EB}">
      <dgm:prSet custT="1"/>
      <dgm:spPr/>
      <dgm:t>
        <a:bodyPr/>
        <a:lstStyle/>
        <a:p>
          <a:endParaRPr lang="fr-CI" sz="1800"/>
        </a:p>
      </dgm:t>
    </dgm:pt>
    <dgm:pt modelId="{B5963A82-0915-4BAE-8B6B-02C1CE9FC5D6}">
      <dgm:prSet custT="1"/>
      <dgm:spPr/>
      <dgm:t>
        <a:bodyPr/>
        <a:lstStyle/>
        <a:p>
          <a:pPr>
            <a:buNone/>
          </a:pPr>
          <a:r>
            <a:rPr lang="fr-FR" sz="1800" dirty="0"/>
            <a:t>et un plan d’action hiérarchisé.</a:t>
          </a:r>
        </a:p>
      </dgm:t>
    </dgm:pt>
    <dgm:pt modelId="{31A92C83-C502-4A22-BEA9-DB3D95EDD4D9}" type="parTrans" cxnId="{D885008C-0CDA-41B7-BB34-AFA12FC1FC14}">
      <dgm:prSet/>
      <dgm:spPr/>
      <dgm:t>
        <a:bodyPr/>
        <a:lstStyle/>
        <a:p>
          <a:endParaRPr lang="fr-CI" sz="1800"/>
        </a:p>
      </dgm:t>
    </dgm:pt>
    <dgm:pt modelId="{9D85032B-CE14-4BFB-9247-DC13D9341104}" type="sibTrans" cxnId="{D885008C-0CDA-41B7-BB34-AFA12FC1FC14}">
      <dgm:prSet/>
      <dgm:spPr/>
      <dgm:t>
        <a:bodyPr/>
        <a:lstStyle/>
        <a:p>
          <a:endParaRPr lang="fr-CI" sz="1800"/>
        </a:p>
      </dgm:t>
    </dgm:pt>
    <dgm:pt modelId="{9620DC37-FE1B-4770-8471-1CE29D27D1E7}" type="pres">
      <dgm:prSet presAssocID="{9E95A182-A388-4283-A136-EF86C9D20606}" presName="outerComposite" presStyleCnt="0">
        <dgm:presLayoutVars>
          <dgm:chMax val="5"/>
          <dgm:dir/>
          <dgm:resizeHandles val="exact"/>
        </dgm:presLayoutVars>
      </dgm:prSet>
      <dgm:spPr/>
    </dgm:pt>
    <dgm:pt modelId="{D6E8106F-CDE8-4487-8F27-7C347D8EC508}" type="pres">
      <dgm:prSet presAssocID="{9E95A182-A388-4283-A136-EF86C9D20606}" presName="dummyMaxCanvas" presStyleCnt="0">
        <dgm:presLayoutVars/>
      </dgm:prSet>
      <dgm:spPr/>
    </dgm:pt>
    <dgm:pt modelId="{259DB949-B364-48FB-800A-5B12001851BF}" type="pres">
      <dgm:prSet presAssocID="{9E95A182-A388-4283-A136-EF86C9D20606}" presName="FiveNodes_1" presStyleLbl="node1" presStyleIdx="0" presStyleCnt="5">
        <dgm:presLayoutVars>
          <dgm:bulletEnabled val="1"/>
        </dgm:presLayoutVars>
      </dgm:prSet>
      <dgm:spPr/>
    </dgm:pt>
    <dgm:pt modelId="{49C32F61-EA72-4CDA-9C54-C6DFD25C56A3}" type="pres">
      <dgm:prSet presAssocID="{9E95A182-A388-4283-A136-EF86C9D20606}" presName="FiveNodes_2" presStyleLbl="node1" presStyleIdx="1" presStyleCnt="5">
        <dgm:presLayoutVars>
          <dgm:bulletEnabled val="1"/>
        </dgm:presLayoutVars>
      </dgm:prSet>
      <dgm:spPr/>
    </dgm:pt>
    <dgm:pt modelId="{0DC975C6-C44F-4AE9-8CF6-4D1E5B7A55A1}" type="pres">
      <dgm:prSet presAssocID="{9E95A182-A388-4283-A136-EF86C9D20606}" presName="FiveNodes_3" presStyleLbl="node1" presStyleIdx="2" presStyleCnt="5">
        <dgm:presLayoutVars>
          <dgm:bulletEnabled val="1"/>
        </dgm:presLayoutVars>
      </dgm:prSet>
      <dgm:spPr/>
    </dgm:pt>
    <dgm:pt modelId="{8F28DDA5-1469-48A8-8516-E97CBC68718E}" type="pres">
      <dgm:prSet presAssocID="{9E95A182-A388-4283-A136-EF86C9D20606}" presName="FiveNodes_4" presStyleLbl="node1" presStyleIdx="3" presStyleCnt="5">
        <dgm:presLayoutVars>
          <dgm:bulletEnabled val="1"/>
        </dgm:presLayoutVars>
      </dgm:prSet>
      <dgm:spPr/>
    </dgm:pt>
    <dgm:pt modelId="{05C94B6A-9CC4-4EC0-9FED-3499FAA8C92A}" type="pres">
      <dgm:prSet presAssocID="{9E95A182-A388-4283-A136-EF86C9D20606}" presName="FiveNodes_5" presStyleLbl="node1" presStyleIdx="4" presStyleCnt="5">
        <dgm:presLayoutVars>
          <dgm:bulletEnabled val="1"/>
        </dgm:presLayoutVars>
      </dgm:prSet>
      <dgm:spPr/>
    </dgm:pt>
    <dgm:pt modelId="{CDD607D6-63D8-4EAF-8E4B-0BDC4CA0CDE6}" type="pres">
      <dgm:prSet presAssocID="{9E95A182-A388-4283-A136-EF86C9D20606}" presName="FiveConn_1-2" presStyleLbl="fgAccFollowNode1" presStyleIdx="0" presStyleCnt="4">
        <dgm:presLayoutVars>
          <dgm:bulletEnabled val="1"/>
        </dgm:presLayoutVars>
      </dgm:prSet>
      <dgm:spPr/>
    </dgm:pt>
    <dgm:pt modelId="{1E2924D6-F0D7-4113-828F-1001C7CB28B9}" type="pres">
      <dgm:prSet presAssocID="{9E95A182-A388-4283-A136-EF86C9D20606}" presName="FiveConn_2-3" presStyleLbl="fgAccFollowNode1" presStyleIdx="1" presStyleCnt="4">
        <dgm:presLayoutVars>
          <dgm:bulletEnabled val="1"/>
        </dgm:presLayoutVars>
      </dgm:prSet>
      <dgm:spPr/>
    </dgm:pt>
    <dgm:pt modelId="{A2AB8898-B1BF-4820-A337-7509767B8C71}" type="pres">
      <dgm:prSet presAssocID="{9E95A182-A388-4283-A136-EF86C9D20606}" presName="FiveConn_3-4" presStyleLbl="fgAccFollowNode1" presStyleIdx="2" presStyleCnt="4">
        <dgm:presLayoutVars>
          <dgm:bulletEnabled val="1"/>
        </dgm:presLayoutVars>
      </dgm:prSet>
      <dgm:spPr/>
    </dgm:pt>
    <dgm:pt modelId="{A4E7B84C-FC3B-4F70-8861-3D6D5D666A8F}" type="pres">
      <dgm:prSet presAssocID="{9E95A182-A388-4283-A136-EF86C9D20606}" presName="FiveConn_4-5" presStyleLbl="fgAccFollowNode1" presStyleIdx="3" presStyleCnt="4">
        <dgm:presLayoutVars>
          <dgm:bulletEnabled val="1"/>
        </dgm:presLayoutVars>
      </dgm:prSet>
      <dgm:spPr/>
    </dgm:pt>
    <dgm:pt modelId="{4D567D2A-DECA-4879-834C-7C27B07844FE}" type="pres">
      <dgm:prSet presAssocID="{9E95A182-A388-4283-A136-EF86C9D20606}" presName="FiveNodes_1_text" presStyleLbl="node1" presStyleIdx="4" presStyleCnt="5">
        <dgm:presLayoutVars>
          <dgm:bulletEnabled val="1"/>
        </dgm:presLayoutVars>
      </dgm:prSet>
      <dgm:spPr/>
    </dgm:pt>
    <dgm:pt modelId="{63216380-E625-41AC-95EA-C6D0FC3DC43F}" type="pres">
      <dgm:prSet presAssocID="{9E95A182-A388-4283-A136-EF86C9D20606}" presName="FiveNodes_2_text" presStyleLbl="node1" presStyleIdx="4" presStyleCnt="5">
        <dgm:presLayoutVars>
          <dgm:bulletEnabled val="1"/>
        </dgm:presLayoutVars>
      </dgm:prSet>
      <dgm:spPr/>
    </dgm:pt>
    <dgm:pt modelId="{6C48E112-619F-4BF9-8A08-D2892703985C}" type="pres">
      <dgm:prSet presAssocID="{9E95A182-A388-4283-A136-EF86C9D20606}" presName="FiveNodes_3_text" presStyleLbl="node1" presStyleIdx="4" presStyleCnt="5">
        <dgm:presLayoutVars>
          <dgm:bulletEnabled val="1"/>
        </dgm:presLayoutVars>
      </dgm:prSet>
      <dgm:spPr/>
    </dgm:pt>
    <dgm:pt modelId="{6BF348DD-47D2-41D5-91EF-4533547145EA}" type="pres">
      <dgm:prSet presAssocID="{9E95A182-A388-4283-A136-EF86C9D20606}" presName="FiveNodes_4_text" presStyleLbl="node1" presStyleIdx="4" presStyleCnt="5">
        <dgm:presLayoutVars>
          <dgm:bulletEnabled val="1"/>
        </dgm:presLayoutVars>
      </dgm:prSet>
      <dgm:spPr/>
    </dgm:pt>
    <dgm:pt modelId="{B8C28691-DD46-4192-A270-77CF923840BE}" type="pres">
      <dgm:prSet presAssocID="{9E95A182-A388-4283-A136-EF86C9D20606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969CE60E-10BA-40C4-BAC3-AB0FE29864B7}" type="presOf" srcId="{1C244FB8-5BF9-4C43-A0B5-7D8DE7E5D4F7}" destId="{49C32F61-EA72-4CDA-9C54-C6DFD25C56A3}" srcOrd="0" destOrd="0" presId="urn:microsoft.com/office/officeart/2005/8/layout/vProcess5"/>
    <dgm:cxn modelId="{7630291C-5A99-4BEA-BF17-FADAAF0DEAC6}" type="presOf" srcId="{1C244FB8-5BF9-4C43-A0B5-7D8DE7E5D4F7}" destId="{63216380-E625-41AC-95EA-C6D0FC3DC43F}" srcOrd="1" destOrd="0" presId="urn:microsoft.com/office/officeart/2005/8/layout/vProcess5"/>
    <dgm:cxn modelId="{0950075D-FFF8-47B7-BBAB-5ACA40969636}" type="presOf" srcId="{8A00C6B8-22EC-4C82-93B3-5B793F3E3C34}" destId="{1E2924D6-F0D7-4113-828F-1001C7CB28B9}" srcOrd="0" destOrd="0" presId="urn:microsoft.com/office/officeart/2005/8/layout/vProcess5"/>
    <dgm:cxn modelId="{DF62255F-9260-4CBE-8A1F-45615708986A}" type="presOf" srcId="{F58AECBA-CC7E-4A1B-84EA-274D61426C24}" destId="{8F28DDA5-1469-48A8-8516-E97CBC68718E}" srcOrd="0" destOrd="0" presId="urn:microsoft.com/office/officeart/2005/8/layout/vProcess5"/>
    <dgm:cxn modelId="{B4B81D61-3C12-4BFB-97A1-425E4CDF9D9F}" type="presOf" srcId="{9E95A182-A388-4283-A136-EF86C9D20606}" destId="{9620DC37-FE1B-4770-8471-1CE29D27D1E7}" srcOrd="0" destOrd="0" presId="urn:microsoft.com/office/officeart/2005/8/layout/vProcess5"/>
    <dgm:cxn modelId="{322ECA61-13B7-4089-929D-F6AFF390CF81}" type="presOf" srcId="{55095D40-56B6-4534-B84F-2674B7F1218D}" destId="{A4E7B84C-FC3B-4F70-8861-3D6D5D666A8F}" srcOrd="0" destOrd="0" presId="urn:microsoft.com/office/officeart/2005/8/layout/vProcess5"/>
    <dgm:cxn modelId="{45409D68-6872-4454-A573-B7DDA7A1E2C4}" type="presOf" srcId="{E420C2D1-2F61-41F1-9248-0D7BE048E4DE}" destId="{259DB949-B364-48FB-800A-5B12001851BF}" srcOrd="0" destOrd="0" presId="urn:microsoft.com/office/officeart/2005/8/layout/vProcess5"/>
    <dgm:cxn modelId="{AFCCA84A-DC03-47B2-8F6A-8833CD209194}" srcId="{9E95A182-A388-4283-A136-EF86C9D20606}" destId="{1C244FB8-5BF9-4C43-A0B5-7D8DE7E5D4F7}" srcOrd="1" destOrd="0" parTransId="{E3FE0BC6-F9EB-4B75-86D3-9C4829FC5794}" sibTransId="{8A00C6B8-22EC-4C82-93B3-5B793F3E3C34}"/>
    <dgm:cxn modelId="{C7C98E6E-6823-4D52-9405-9BF8A2E4D45B}" type="presOf" srcId="{9D8911F9-F5C6-4B41-9BE9-68CE8E9F2D2D}" destId="{A2AB8898-B1BF-4820-A337-7509767B8C71}" srcOrd="0" destOrd="0" presId="urn:microsoft.com/office/officeart/2005/8/layout/vProcess5"/>
    <dgm:cxn modelId="{B5366151-792F-41F7-AC5E-F9273DEC1D01}" type="presOf" srcId="{B5963A82-0915-4BAE-8B6B-02C1CE9FC5D6}" destId="{05C94B6A-9CC4-4EC0-9FED-3499FAA8C92A}" srcOrd="0" destOrd="0" presId="urn:microsoft.com/office/officeart/2005/8/layout/vProcess5"/>
    <dgm:cxn modelId="{D885008C-0CDA-41B7-BB34-AFA12FC1FC14}" srcId="{9E95A182-A388-4283-A136-EF86C9D20606}" destId="{B5963A82-0915-4BAE-8B6B-02C1CE9FC5D6}" srcOrd="4" destOrd="0" parTransId="{31A92C83-C502-4A22-BEA9-DB3D95EDD4D9}" sibTransId="{9D85032B-CE14-4BFB-9247-DC13D9341104}"/>
    <dgm:cxn modelId="{57B90E8C-BA47-4805-A761-5309607C4037}" type="presOf" srcId="{6517E1E5-664A-4D0D-ABBA-E939A8793290}" destId="{0DC975C6-C44F-4AE9-8CF6-4D1E5B7A55A1}" srcOrd="0" destOrd="0" presId="urn:microsoft.com/office/officeart/2005/8/layout/vProcess5"/>
    <dgm:cxn modelId="{7EE7F791-612A-4213-8AF2-B778F8EC6EF1}" type="presOf" srcId="{F58AECBA-CC7E-4A1B-84EA-274D61426C24}" destId="{6BF348DD-47D2-41D5-91EF-4533547145EA}" srcOrd="1" destOrd="0" presId="urn:microsoft.com/office/officeart/2005/8/layout/vProcess5"/>
    <dgm:cxn modelId="{27EC6A9F-50DA-432E-A634-8C829E3EEABE}" type="presOf" srcId="{BC8E749A-A79F-42EE-97EB-814C060D09DB}" destId="{CDD607D6-63D8-4EAF-8E4B-0BDC4CA0CDE6}" srcOrd="0" destOrd="0" presId="urn:microsoft.com/office/officeart/2005/8/layout/vProcess5"/>
    <dgm:cxn modelId="{E75D48A1-D88B-49DA-ABCE-36157AE26B90}" srcId="{9E95A182-A388-4283-A136-EF86C9D20606}" destId="{E420C2D1-2F61-41F1-9248-0D7BE048E4DE}" srcOrd="0" destOrd="0" parTransId="{B9CCC12F-D822-4319-8359-E40A94ADD5B7}" sibTransId="{BC8E749A-A79F-42EE-97EB-814C060D09DB}"/>
    <dgm:cxn modelId="{AFD2E3AC-FE6D-4DE3-A794-7D8B58965160}" type="presOf" srcId="{E420C2D1-2F61-41F1-9248-0D7BE048E4DE}" destId="{4D567D2A-DECA-4879-834C-7C27B07844FE}" srcOrd="1" destOrd="0" presId="urn:microsoft.com/office/officeart/2005/8/layout/vProcess5"/>
    <dgm:cxn modelId="{4E9C9EBC-106A-4B02-998C-BA377E93DA29}" srcId="{9E95A182-A388-4283-A136-EF86C9D20606}" destId="{6517E1E5-664A-4D0D-ABBA-E939A8793290}" srcOrd="2" destOrd="0" parTransId="{F9687183-EEE6-4886-BD3D-F2EF8F31DB0C}" sibTransId="{9D8911F9-F5C6-4B41-9BE9-68CE8E9F2D2D}"/>
    <dgm:cxn modelId="{CD9EC0C4-04B4-4912-98BE-41062A5E65EB}" srcId="{9E95A182-A388-4283-A136-EF86C9D20606}" destId="{F58AECBA-CC7E-4A1B-84EA-274D61426C24}" srcOrd="3" destOrd="0" parTransId="{F65EA611-B1B8-4F04-93A5-8D2C430E95A1}" sibTransId="{55095D40-56B6-4534-B84F-2674B7F1218D}"/>
    <dgm:cxn modelId="{1DC0FECB-E673-4E3D-9105-B8C17F0811BD}" type="presOf" srcId="{6517E1E5-664A-4D0D-ABBA-E939A8793290}" destId="{6C48E112-619F-4BF9-8A08-D2892703985C}" srcOrd="1" destOrd="0" presId="urn:microsoft.com/office/officeart/2005/8/layout/vProcess5"/>
    <dgm:cxn modelId="{C5CFBDFC-B9D8-4A32-B051-6C094B1983BB}" type="presOf" srcId="{B5963A82-0915-4BAE-8B6B-02C1CE9FC5D6}" destId="{B8C28691-DD46-4192-A270-77CF923840BE}" srcOrd="1" destOrd="0" presId="urn:microsoft.com/office/officeart/2005/8/layout/vProcess5"/>
    <dgm:cxn modelId="{A55CBE6C-0A3C-420C-9C48-ABE6EE6C4576}" type="presParOf" srcId="{9620DC37-FE1B-4770-8471-1CE29D27D1E7}" destId="{D6E8106F-CDE8-4487-8F27-7C347D8EC508}" srcOrd="0" destOrd="0" presId="urn:microsoft.com/office/officeart/2005/8/layout/vProcess5"/>
    <dgm:cxn modelId="{96830C63-D31C-4A59-9372-E4384216BA4F}" type="presParOf" srcId="{9620DC37-FE1B-4770-8471-1CE29D27D1E7}" destId="{259DB949-B364-48FB-800A-5B12001851BF}" srcOrd="1" destOrd="0" presId="urn:microsoft.com/office/officeart/2005/8/layout/vProcess5"/>
    <dgm:cxn modelId="{CFA959C3-F83B-447B-9A27-ACB3BA4F85B4}" type="presParOf" srcId="{9620DC37-FE1B-4770-8471-1CE29D27D1E7}" destId="{49C32F61-EA72-4CDA-9C54-C6DFD25C56A3}" srcOrd="2" destOrd="0" presId="urn:microsoft.com/office/officeart/2005/8/layout/vProcess5"/>
    <dgm:cxn modelId="{B1461704-1551-4447-9FA2-725724F51ECC}" type="presParOf" srcId="{9620DC37-FE1B-4770-8471-1CE29D27D1E7}" destId="{0DC975C6-C44F-4AE9-8CF6-4D1E5B7A55A1}" srcOrd="3" destOrd="0" presId="urn:microsoft.com/office/officeart/2005/8/layout/vProcess5"/>
    <dgm:cxn modelId="{EA943569-341A-41A0-93D5-37190B2E2048}" type="presParOf" srcId="{9620DC37-FE1B-4770-8471-1CE29D27D1E7}" destId="{8F28DDA5-1469-48A8-8516-E97CBC68718E}" srcOrd="4" destOrd="0" presId="urn:microsoft.com/office/officeart/2005/8/layout/vProcess5"/>
    <dgm:cxn modelId="{5D1A6126-A3A8-40F8-BDAD-92846138CF40}" type="presParOf" srcId="{9620DC37-FE1B-4770-8471-1CE29D27D1E7}" destId="{05C94B6A-9CC4-4EC0-9FED-3499FAA8C92A}" srcOrd="5" destOrd="0" presId="urn:microsoft.com/office/officeart/2005/8/layout/vProcess5"/>
    <dgm:cxn modelId="{5959B8F1-D67E-426D-97BC-90A6C6F16958}" type="presParOf" srcId="{9620DC37-FE1B-4770-8471-1CE29D27D1E7}" destId="{CDD607D6-63D8-4EAF-8E4B-0BDC4CA0CDE6}" srcOrd="6" destOrd="0" presId="urn:microsoft.com/office/officeart/2005/8/layout/vProcess5"/>
    <dgm:cxn modelId="{A0D61985-39B1-4392-B549-04F0BE862834}" type="presParOf" srcId="{9620DC37-FE1B-4770-8471-1CE29D27D1E7}" destId="{1E2924D6-F0D7-4113-828F-1001C7CB28B9}" srcOrd="7" destOrd="0" presId="urn:microsoft.com/office/officeart/2005/8/layout/vProcess5"/>
    <dgm:cxn modelId="{F228301C-75DE-42BA-B58A-C8F75AE0F555}" type="presParOf" srcId="{9620DC37-FE1B-4770-8471-1CE29D27D1E7}" destId="{A2AB8898-B1BF-4820-A337-7509767B8C71}" srcOrd="8" destOrd="0" presId="urn:microsoft.com/office/officeart/2005/8/layout/vProcess5"/>
    <dgm:cxn modelId="{855EBA95-BB11-4F23-AE3B-70F4A2DA5462}" type="presParOf" srcId="{9620DC37-FE1B-4770-8471-1CE29D27D1E7}" destId="{A4E7B84C-FC3B-4F70-8861-3D6D5D666A8F}" srcOrd="9" destOrd="0" presId="urn:microsoft.com/office/officeart/2005/8/layout/vProcess5"/>
    <dgm:cxn modelId="{AD6B0675-E220-4321-91F4-4898FD27CEA3}" type="presParOf" srcId="{9620DC37-FE1B-4770-8471-1CE29D27D1E7}" destId="{4D567D2A-DECA-4879-834C-7C27B07844FE}" srcOrd="10" destOrd="0" presId="urn:microsoft.com/office/officeart/2005/8/layout/vProcess5"/>
    <dgm:cxn modelId="{7FFF8446-2651-43BF-A32C-024E8271353C}" type="presParOf" srcId="{9620DC37-FE1B-4770-8471-1CE29D27D1E7}" destId="{63216380-E625-41AC-95EA-C6D0FC3DC43F}" srcOrd="11" destOrd="0" presId="urn:microsoft.com/office/officeart/2005/8/layout/vProcess5"/>
    <dgm:cxn modelId="{6ED78C5A-92F1-44A1-BD6D-0DCCAD752296}" type="presParOf" srcId="{9620DC37-FE1B-4770-8471-1CE29D27D1E7}" destId="{6C48E112-619F-4BF9-8A08-D2892703985C}" srcOrd="12" destOrd="0" presId="urn:microsoft.com/office/officeart/2005/8/layout/vProcess5"/>
    <dgm:cxn modelId="{1BC40391-7BE7-4843-A0E9-802ED3B9BA59}" type="presParOf" srcId="{9620DC37-FE1B-4770-8471-1CE29D27D1E7}" destId="{6BF348DD-47D2-41D5-91EF-4533547145EA}" srcOrd="13" destOrd="0" presId="urn:microsoft.com/office/officeart/2005/8/layout/vProcess5"/>
    <dgm:cxn modelId="{B393A1CC-B6A5-41AB-BD95-368732CDDDA7}" type="presParOf" srcId="{9620DC37-FE1B-4770-8471-1CE29D27D1E7}" destId="{B8C28691-DD46-4192-A270-77CF923840BE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D67ACC8-70BE-45BC-9CF7-5DB34EF8F2D4}" type="doc">
      <dgm:prSet loTypeId="urn:microsoft.com/office/officeart/2008/layout/VerticalCurvedList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fr-CI"/>
        </a:p>
      </dgm:t>
    </dgm:pt>
    <dgm:pt modelId="{082ABF25-537B-4293-A525-18305CC16E8B}">
      <dgm:prSet phldrT="[Texte]" custT="1"/>
      <dgm:spPr/>
      <dgm:t>
        <a:bodyPr/>
        <a:lstStyle/>
        <a:p>
          <a:pPr>
            <a:buNone/>
          </a:pPr>
          <a:r>
            <a:rPr lang="fr-FR" sz="1800"/>
            <a:t>La présentation de l’équipe Adenka (environ 24 intervenants) et de la démarche d’audit en quatre phases,</a:t>
          </a:r>
          <a:endParaRPr lang="fr-CI" sz="1800" dirty="0"/>
        </a:p>
      </dgm:t>
    </dgm:pt>
    <dgm:pt modelId="{2BF49794-4412-4CC0-9D9F-6E21590C6838}" type="parTrans" cxnId="{62B2071B-6CB9-4A9B-8EE2-F0A2304EA707}">
      <dgm:prSet/>
      <dgm:spPr/>
      <dgm:t>
        <a:bodyPr/>
        <a:lstStyle/>
        <a:p>
          <a:endParaRPr lang="fr-CI" sz="1800"/>
        </a:p>
      </dgm:t>
    </dgm:pt>
    <dgm:pt modelId="{22B86352-8ECE-4219-A7BF-3850A23A5AE3}" type="sibTrans" cxnId="{62B2071B-6CB9-4A9B-8EE2-F0A2304EA707}">
      <dgm:prSet/>
      <dgm:spPr/>
      <dgm:t>
        <a:bodyPr/>
        <a:lstStyle/>
        <a:p>
          <a:endParaRPr lang="fr-CI" sz="1800"/>
        </a:p>
      </dgm:t>
    </dgm:pt>
    <dgm:pt modelId="{78741CAF-4ED2-4EC5-BC39-4E40156E59A2}">
      <dgm:prSet custT="1"/>
      <dgm:spPr/>
      <dgm:t>
        <a:bodyPr/>
        <a:lstStyle/>
        <a:p>
          <a:pPr>
            <a:buNone/>
          </a:pPr>
          <a:r>
            <a:rPr lang="fr-FR" sz="1800"/>
            <a:t>Le rappel des délais : rapport provisoire le 25 novembre et rapport définitif avant le 30 novembre,</a:t>
          </a:r>
          <a:endParaRPr lang="fr-FR" sz="1800" dirty="0"/>
        </a:p>
      </dgm:t>
    </dgm:pt>
    <dgm:pt modelId="{25C8E1B4-1E2B-43FB-94B2-7478F01EBEB8}" type="parTrans" cxnId="{234BB0BF-12F0-4B7F-862E-8BC74489107E}">
      <dgm:prSet/>
      <dgm:spPr/>
      <dgm:t>
        <a:bodyPr/>
        <a:lstStyle/>
        <a:p>
          <a:endParaRPr lang="fr-CI" sz="1800"/>
        </a:p>
      </dgm:t>
    </dgm:pt>
    <dgm:pt modelId="{ED4B2593-CD4F-4478-9F0C-E27DD9CDE50F}" type="sibTrans" cxnId="{234BB0BF-12F0-4B7F-862E-8BC74489107E}">
      <dgm:prSet/>
      <dgm:spPr/>
      <dgm:t>
        <a:bodyPr/>
        <a:lstStyle/>
        <a:p>
          <a:endParaRPr lang="fr-CI" sz="1800"/>
        </a:p>
      </dgm:t>
    </dgm:pt>
    <dgm:pt modelId="{355C32BF-96AF-4CFA-9C0F-50EF1E23A2D5}">
      <dgm:prSet custT="1"/>
      <dgm:spPr/>
      <dgm:t>
        <a:bodyPr/>
        <a:lstStyle/>
        <a:p>
          <a:pPr>
            <a:buNone/>
          </a:pPr>
          <a:r>
            <a:rPr lang="fr-FR" sz="1800"/>
            <a:t>Le recueil des faits significatifs, la désignation des points focaux et l’organisation logistique.</a:t>
          </a:r>
          <a:endParaRPr lang="fr-FR" sz="1800" dirty="0"/>
        </a:p>
      </dgm:t>
    </dgm:pt>
    <dgm:pt modelId="{55DBDEE2-A612-45EB-86CC-7C71CBD48BAB}" type="parTrans" cxnId="{0DFEEF17-9F73-4286-8789-4FBE469EFAB9}">
      <dgm:prSet/>
      <dgm:spPr/>
      <dgm:t>
        <a:bodyPr/>
        <a:lstStyle/>
        <a:p>
          <a:endParaRPr lang="fr-CI" sz="1800"/>
        </a:p>
      </dgm:t>
    </dgm:pt>
    <dgm:pt modelId="{ABCEEED4-5C7C-4CA7-87D8-3986314C74B7}" type="sibTrans" cxnId="{0DFEEF17-9F73-4286-8789-4FBE469EFAB9}">
      <dgm:prSet/>
      <dgm:spPr/>
      <dgm:t>
        <a:bodyPr/>
        <a:lstStyle/>
        <a:p>
          <a:endParaRPr lang="fr-CI" sz="1800"/>
        </a:p>
      </dgm:t>
    </dgm:pt>
    <dgm:pt modelId="{7BFA5712-2A77-446F-B247-770B01D9B53D}" type="pres">
      <dgm:prSet presAssocID="{7D67ACC8-70BE-45BC-9CF7-5DB34EF8F2D4}" presName="Name0" presStyleCnt="0">
        <dgm:presLayoutVars>
          <dgm:chMax val="7"/>
          <dgm:chPref val="7"/>
          <dgm:dir/>
        </dgm:presLayoutVars>
      </dgm:prSet>
      <dgm:spPr/>
    </dgm:pt>
    <dgm:pt modelId="{AAB4F6D9-05FC-415C-8855-B20B85E19E23}" type="pres">
      <dgm:prSet presAssocID="{7D67ACC8-70BE-45BC-9CF7-5DB34EF8F2D4}" presName="Name1" presStyleCnt="0"/>
      <dgm:spPr/>
    </dgm:pt>
    <dgm:pt modelId="{2E59D403-2EB6-4868-9037-4A8BF8A0D99C}" type="pres">
      <dgm:prSet presAssocID="{7D67ACC8-70BE-45BC-9CF7-5DB34EF8F2D4}" presName="cycle" presStyleCnt="0"/>
      <dgm:spPr/>
    </dgm:pt>
    <dgm:pt modelId="{F7F161B3-D751-447F-83E7-8F7B271474D7}" type="pres">
      <dgm:prSet presAssocID="{7D67ACC8-70BE-45BC-9CF7-5DB34EF8F2D4}" presName="srcNode" presStyleLbl="node1" presStyleIdx="0" presStyleCnt="3"/>
      <dgm:spPr/>
    </dgm:pt>
    <dgm:pt modelId="{44E8ED44-D077-41AE-A8E5-382C3534AB5B}" type="pres">
      <dgm:prSet presAssocID="{7D67ACC8-70BE-45BC-9CF7-5DB34EF8F2D4}" presName="conn" presStyleLbl="parChTrans1D2" presStyleIdx="0" presStyleCnt="1"/>
      <dgm:spPr/>
    </dgm:pt>
    <dgm:pt modelId="{6A41613C-43F1-4AC6-976F-F7AACB1D5A97}" type="pres">
      <dgm:prSet presAssocID="{7D67ACC8-70BE-45BC-9CF7-5DB34EF8F2D4}" presName="extraNode" presStyleLbl="node1" presStyleIdx="0" presStyleCnt="3"/>
      <dgm:spPr/>
    </dgm:pt>
    <dgm:pt modelId="{33F72659-4876-4CCF-B575-CAB633715AEF}" type="pres">
      <dgm:prSet presAssocID="{7D67ACC8-70BE-45BC-9CF7-5DB34EF8F2D4}" presName="dstNode" presStyleLbl="node1" presStyleIdx="0" presStyleCnt="3"/>
      <dgm:spPr/>
    </dgm:pt>
    <dgm:pt modelId="{88760270-12F0-4225-8A89-2F8246525E4E}" type="pres">
      <dgm:prSet presAssocID="{082ABF25-537B-4293-A525-18305CC16E8B}" presName="text_1" presStyleLbl="node1" presStyleIdx="0" presStyleCnt="3">
        <dgm:presLayoutVars>
          <dgm:bulletEnabled val="1"/>
        </dgm:presLayoutVars>
      </dgm:prSet>
      <dgm:spPr/>
    </dgm:pt>
    <dgm:pt modelId="{83AC5B5C-436B-47E5-A22E-D3AEB6325A20}" type="pres">
      <dgm:prSet presAssocID="{082ABF25-537B-4293-A525-18305CC16E8B}" presName="accent_1" presStyleCnt="0"/>
      <dgm:spPr/>
    </dgm:pt>
    <dgm:pt modelId="{4502FA7C-6837-4E2E-95C9-E8357E3EBED2}" type="pres">
      <dgm:prSet presAssocID="{082ABF25-537B-4293-A525-18305CC16E8B}" presName="accentRepeatNode" presStyleLbl="solidFgAcc1" presStyleIdx="0" presStyleCnt="3"/>
      <dgm:spPr/>
    </dgm:pt>
    <dgm:pt modelId="{3553C08B-90AE-4A00-8F12-4469C3A09474}" type="pres">
      <dgm:prSet presAssocID="{78741CAF-4ED2-4EC5-BC39-4E40156E59A2}" presName="text_2" presStyleLbl="node1" presStyleIdx="1" presStyleCnt="3">
        <dgm:presLayoutVars>
          <dgm:bulletEnabled val="1"/>
        </dgm:presLayoutVars>
      </dgm:prSet>
      <dgm:spPr/>
    </dgm:pt>
    <dgm:pt modelId="{60B0B685-8BCF-435E-9FF0-77AB03503A0B}" type="pres">
      <dgm:prSet presAssocID="{78741CAF-4ED2-4EC5-BC39-4E40156E59A2}" presName="accent_2" presStyleCnt="0"/>
      <dgm:spPr/>
    </dgm:pt>
    <dgm:pt modelId="{300441C6-1725-46F3-9AEF-942C9B09DBDA}" type="pres">
      <dgm:prSet presAssocID="{78741CAF-4ED2-4EC5-BC39-4E40156E59A2}" presName="accentRepeatNode" presStyleLbl="solidFgAcc1" presStyleIdx="1" presStyleCnt="3"/>
      <dgm:spPr/>
    </dgm:pt>
    <dgm:pt modelId="{C44604E1-5197-466E-B995-64EB979357BC}" type="pres">
      <dgm:prSet presAssocID="{355C32BF-96AF-4CFA-9C0F-50EF1E23A2D5}" presName="text_3" presStyleLbl="node1" presStyleIdx="2" presStyleCnt="3">
        <dgm:presLayoutVars>
          <dgm:bulletEnabled val="1"/>
        </dgm:presLayoutVars>
      </dgm:prSet>
      <dgm:spPr/>
    </dgm:pt>
    <dgm:pt modelId="{EF42D005-13C4-4C2D-913C-0EFC6B46AA55}" type="pres">
      <dgm:prSet presAssocID="{355C32BF-96AF-4CFA-9C0F-50EF1E23A2D5}" presName="accent_3" presStyleCnt="0"/>
      <dgm:spPr/>
    </dgm:pt>
    <dgm:pt modelId="{75BF816A-0B1A-4FBA-85E3-5D011BD3DBC0}" type="pres">
      <dgm:prSet presAssocID="{355C32BF-96AF-4CFA-9C0F-50EF1E23A2D5}" presName="accentRepeatNode" presStyleLbl="solidFgAcc1" presStyleIdx="2" presStyleCnt="3"/>
      <dgm:spPr/>
    </dgm:pt>
  </dgm:ptLst>
  <dgm:cxnLst>
    <dgm:cxn modelId="{E1602B09-0218-4C61-A297-3CF4B7D1AC6D}" type="presOf" srcId="{78741CAF-4ED2-4EC5-BC39-4E40156E59A2}" destId="{3553C08B-90AE-4A00-8F12-4469C3A09474}" srcOrd="0" destOrd="0" presId="urn:microsoft.com/office/officeart/2008/layout/VerticalCurvedList"/>
    <dgm:cxn modelId="{0DFEEF17-9F73-4286-8789-4FBE469EFAB9}" srcId="{7D67ACC8-70BE-45BC-9CF7-5DB34EF8F2D4}" destId="{355C32BF-96AF-4CFA-9C0F-50EF1E23A2D5}" srcOrd="2" destOrd="0" parTransId="{55DBDEE2-A612-45EB-86CC-7C71CBD48BAB}" sibTransId="{ABCEEED4-5C7C-4CA7-87D8-3986314C74B7}"/>
    <dgm:cxn modelId="{62B2071B-6CB9-4A9B-8EE2-F0A2304EA707}" srcId="{7D67ACC8-70BE-45BC-9CF7-5DB34EF8F2D4}" destId="{082ABF25-537B-4293-A525-18305CC16E8B}" srcOrd="0" destOrd="0" parTransId="{2BF49794-4412-4CC0-9D9F-6E21590C6838}" sibTransId="{22B86352-8ECE-4219-A7BF-3850A23A5AE3}"/>
    <dgm:cxn modelId="{CDFC9237-DA7E-470F-87D6-B22E99ABF3B1}" type="presOf" srcId="{355C32BF-96AF-4CFA-9C0F-50EF1E23A2D5}" destId="{C44604E1-5197-466E-B995-64EB979357BC}" srcOrd="0" destOrd="0" presId="urn:microsoft.com/office/officeart/2008/layout/VerticalCurvedList"/>
    <dgm:cxn modelId="{9178B7A1-CF48-41CD-B5DC-BA8E5AEA5D8F}" type="presOf" srcId="{22B86352-8ECE-4219-A7BF-3850A23A5AE3}" destId="{44E8ED44-D077-41AE-A8E5-382C3534AB5B}" srcOrd="0" destOrd="0" presId="urn:microsoft.com/office/officeart/2008/layout/VerticalCurvedList"/>
    <dgm:cxn modelId="{234BB0BF-12F0-4B7F-862E-8BC74489107E}" srcId="{7D67ACC8-70BE-45BC-9CF7-5DB34EF8F2D4}" destId="{78741CAF-4ED2-4EC5-BC39-4E40156E59A2}" srcOrd="1" destOrd="0" parTransId="{25C8E1B4-1E2B-43FB-94B2-7478F01EBEB8}" sibTransId="{ED4B2593-CD4F-4478-9F0C-E27DD9CDE50F}"/>
    <dgm:cxn modelId="{B28003CD-16DB-4AB6-99AE-E034AAA50235}" type="presOf" srcId="{7D67ACC8-70BE-45BC-9CF7-5DB34EF8F2D4}" destId="{7BFA5712-2A77-446F-B247-770B01D9B53D}" srcOrd="0" destOrd="0" presId="urn:microsoft.com/office/officeart/2008/layout/VerticalCurvedList"/>
    <dgm:cxn modelId="{1F509DF6-CF62-432C-8F08-6E2324D491D4}" type="presOf" srcId="{082ABF25-537B-4293-A525-18305CC16E8B}" destId="{88760270-12F0-4225-8A89-2F8246525E4E}" srcOrd="0" destOrd="0" presId="urn:microsoft.com/office/officeart/2008/layout/VerticalCurvedList"/>
    <dgm:cxn modelId="{23793913-4E49-4796-9BF2-0A1C7088FE55}" type="presParOf" srcId="{7BFA5712-2A77-446F-B247-770B01D9B53D}" destId="{AAB4F6D9-05FC-415C-8855-B20B85E19E23}" srcOrd="0" destOrd="0" presId="urn:microsoft.com/office/officeart/2008/layout/VerticalCurvedList"/>
    <dgm:cxn modelId="{1A781908-F8E7-4FB1-BACD-412D43630414}" type="presParOf" srcId="{AAB4F6D9-05FC-415C-8855-B20B85E19E23}" destId="{2E59D403-2EB6-4868-9037-4A8BF8A0D99C}" srcOrd="0" destOrd="0" presId="urn:microsoft.com/office/officeart/2008/layout/VerticalCurvedList"/>
    <dgm:cxn modelId="{2DED9DA7-0A5E-449A-9CA7-67B16A36934E}" type="presParOf" srcId="{2E59D403-2EB6-4868-9037-4A8BF8A0D99C}" destId="{F7F161B3-D751-447F-83E7-8F7B271474D7}" srcOrd="0" destOrd="0" presId="urn:microsoft.com/office/officeart/2008/layout/VerticalCurvedList"/>
    <dgm:cxn modelId="{C9E51358-7025-4E83-857A-A1ACFA353178}" type="presParOf" srcId="{2E59D403-2EB6-4868-9037-4A8BF8A0D99C}" destId="{44E8ED44-D077-41AE-A8E5-382C3534AB5B}" srcOrd="1" destOrd="0" presId="urn:microsoft.com/office/officeart/2008/layout/VerticalCurvedList"/>
    <dgm:cxn modelId="{6BAB6500-AB0C-4A1B-A36B-AAC2C3A62423}" type="presParOf" srcId="{2E59D403-2EB6-4868-9037-4A8BF8A0D99C}" destId="{6A41613C-43F1-4AC6-976F-F7AACB1D5A97}" srcOrd="2" destOrd="0" presId="urn:microsoft.com/office/officeart/2008/layout/VerticalCurvedList"/>
    <dgm:cxn modelId="{13A9FFD3-253F-4491-948A-E57860847777}" type="presParOf" srcId="{2E59D403-2EB6-4868-9037-4A8BF8A0D99C}" destId="{33F72659-4876-4CCF-B575-CAB633715AEF}" srcOrd="3" destOrd="0" presId="urn:microsoft.com/office/officeart/2008/layout/VerticalCurvedList"/>
    <dgm:cxn modelId="{3727FB25-AF3F-40D7-B770-EAF10EAC0A43}" type="presParOf" srcId="{AAB4F6D9-05FC-415C-8855-B20B85E19E23}" destId="{88760270-12F0-4225-8A89-2F8246525E4E}" srcOrd="1" destOrd="0" presId="urn:microsoft.com/office/officeart/2008/layout/VerticalCurvedList"/>
    <dgm:cxn modelId="{0F22087C-6D15-41E7-8C8F-9FC5B665C0DA}" type="presParOf" srcId="{AAB4F6D9-05FC-415C-8855-B20B85E19E23}" destId="{83AC5B5C-436B-47E5-A22E-D3AEB6325A20}" srcOrd="2" destOrd="0" presId="urn:microsoft.com/office/officeart/2008/layout/VerticalCurvedList"/>
    <dgm:cxn modelId="{973F3F84-4773-471A-AEAD-A9DF754D9B57}" type="presParOf" srcId="{83AC5B5C-436B-47E5-A22E-D3AEB6325A20}" destId="{4502FA7C-6837-4E2E-95C9-E8357E3EBED2}" srcOrd="0" destOrd="0" presId="urn:microsoft.com/office/officeart/2008/layout/VerticalCurvedList"/>
    <dgm:cxn modelId="{6FCA5430-4D57-445E-BC9A-D98F1172EC52}" type="presParOf" srcId="{AAB4F6D9-05FC-415C-8855-B20B85E19E23}" destId="{3553C08B-90AE-4A00-8F12-4469C3A09474}" srcOrd="3" destOrd="0" presId="urn:microsoft.com/office/officeart/2008/layout/VerticalCurvedList"/>
    <dgm:cxn modelId="{69341EE3-29D1-4928-973E-93BE3053A90D}" type="presParOf" srcId="{AAB4F6D9-05FC-415C-8855-B20B85E19E23}" destId="{60B0B685-8BCF-435E-9FF0-77AB03503A0B}" srcOrd="4" destOrd="0" presId="urn:microsoft.com/office/officeart/2008/layout/VerticalCurvedList"/>
    <dgm:cxn modelId="{F897325A-CD49-4446-BF6E-B28F8B82E7A5}" type="presParOf" srcId="{60B0B685-8BCF-435E-9FF0-77AB03503A0B}" destId="{300441C6-1725-46F3-9AEF-942C9B09DBDA}" srcOrd="0" destOrd="0" presId="urn:microsoft.com/office/officeart/2008/layout/VerticalCurvedList"/>
    <dgm:cxn modelId="{F7FCE0E5-044B-4D5A-80AB-6CB56CC63B59}" type="presParOf" srcId="{AAB4F6D9-05FC-415C-8855-B20B85E19E23}" destId="{C44604E1-5197-466E-B995-64EB979357BC}" srcOrd="5" destOrd="0" presId="urn:microsoft.com/office/officeart/2008/layout/VerticalCurvedList"/>
    <dgm:cxn modelId="{3F08D97D-390B-41BC-8140-4522F660E9A7}" type="presParOf" srcId="{AAB4F6D9-05FC-415C-8855-B20B85E19E23}" destId="{EF42D005-13C4-4C2D-913C-0EFC6B46AA55}" srcOrd="6" destOrd="0" presId="urn:microsoft.com/office/officeart/2008/layout/VerticalCurvedList"/>
    <dgm:cxn modelId="{270993C5-AB61-4341-864B-BE99BCF57B29}" type="presParOf" srcId="{EF42D005-13C4-4C2D-913C-0EFC6B46AA55}" destId="{75BF816A-0B1A-4FBA-85E3-5D011BD3DBC0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653D911-DF33-411D-B280-F6A8B2957636}" type="doc">
      <dgm:prSet loTypeId="urn:microsoft.com/office/officeart/2005/8/layout/h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fr-CI"/>
        </a:p>
      </dgm:t>
    </dgm:pt>
    <dgm:pt modelId="{C753AE54-7589-46E0-8C88-660FA98ED130}">
      <dgm:prSet phldrT="[Texte]"/>
      <dgm:spPr/>
      <dgm:t>
        <a:bodyPr/>
        <a:lstStyle/>
        <a:p>
          <a:pPr>
            <a:buNone/>
          </a:pPr>
          <a:r>
            <a:rPr lang="fr-CI" b="1">
              <a:latin typeface="Arial" panose="020B0604020202020204" pitchFamily="34" charset="0"/>
              <a:cs typeface="Arial" panose="020B0604020202020204" pitchFamily="34" charset="0"/>
            </a:rPr>
            <a:t>Démarche et calendrier</a:t>
          </a:r>
          <a:endParaRPr lang="fr-CI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694E0D6-0051-403A-ACA9-1CCFD0E2830E}" type="parTrans" cxnId="{9A39EA65-7FBC-4CD0-BBF4-91A70F6FAC68}">
      <dgm:prSet/>
      <dgm:spPr/>
      <dgm:t>
        <a:bodyPr/>
        <a:lstStyle/>
        <a:p>
          <a:endParaRPr lang="fr-CI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E4B13F3-9F28-4A8A-9AAD-D5BDA6A3DAFB}" type="sibTrans" cxnId="{9A39EA65-7FBC-4CD0-BBF4-91A70F6FAC68}">
      <dgm:prSet/>
      <dgm:spPr/>
      <dgm:t>
        <a:bodyPr/>
        <a:lstStyle/>
        <a:p>
          <a:endParaRPr lang="fr-CI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6D047EF-E155-4F2B-9875-E62FBA7B0B5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fr-FR" dirty="0">
              <a:latin typeface="Arial" panose="020B0604020202020204" pitchFamily="34" charset="0"/>
              <a:cs typeface="Arial" panose="020B0604020202020204" pitchFamily="34" charset="0"/>
            </a:rPr>
            <a:t>Démarche fondée sur les risques, conforme aux normes ISA, en quatre phases :</a:t>
          </a:r>
        </a:p>
      </dgm:t>
    </dgm:pt>
    <dgm:pt modelId="{77661E10-960A-45D2-A4AD-1B2BF6DC84E9}" type="parTrans" cxnId="{586A4985-A04E-493F-9A3A-5275FD486D1A}">
      <dgm:prSet/>
      <dgm:spPr/>
      <dgm:t>
        <a:bodyPr/>
        <a:lstStyle/>
        <a:p>
          <a:endParaRPr lang="fr-CI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50D4861-33D7-4FAD-8AD6-29864C65914C}" type="sibTrans" cxnId="{586A4985-A04E-493F-9A3A-5275FD486D1A}">
      <dgm:prSet/>
      <dgm:spPr/>
      <dgm:t>
        <a:bodyPr/>
        <a:lstStyle/>
        <a:p>
          <a:endParaRPr lang="fr-CI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D2C3942-733B-47DA-AAA1-E6ED83BC799C}">
      <dgm:prSet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fr-FR" dirty="0">
              <a:latin typeface="Arial" panose="020B0604020202020204" pitchFamily="34" charset="0"/>
              <a:cs typeface="Arial" panose="020B0604020202020204" pitchFamily="34" charset="0"/>
            </a:rPr>
            <a:t>Phase 1 : lancement et cadrage ; Phase 2 : prise de connaissance et contrôle interne,</a:t>
          </a:r>
        </a:p>
      </dgm:t>
    </dgm:pt>
    <dgm:pt modelId="{0D751A7D-FDF8-48E8-A868-7459BC5ED3B6}" type="parTrans" cxnId="{6F23830B-4D2B-4837-8F75-98863F0A47EE}">
      <dgm:prSet/>
      <dgm:spPr/>
      <dgm:t>
        <a:bodyPr/>
        <a:lstStyle/>
        <a:p>
          <a:endParaRPr lang="fr-CI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584D4E1-141D-4768-A0A4-373AA1B16752}" type="sibTrans" cxnId="{6F23830B-4D2B-4837-8F75-98863F0A47EE}">
      <dgm:prSet/>
      <dgm:spPr/>
      <dgm:t>
        <a:bodyPr/>
        <a:lstStyle/>
        <a:p>
          <a:endParaRPr lang="fr-CI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00B3451-2BCA-401F-B101-7C857CF9ED81}">
      <dgm:prSet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fr-FR">
              <a:latin typeface="Arial" panose="020B0604020202020204" pitchFamily="34" charset="0"/>
              <a:cs typeface="Arial" panose="020B0604020202020204" pitchFamily="34" charset="0"/>
            </a:rPr>
            <a:t>Phase 3 : tests substantifs sur pièces,</a:t>
          </a:r>
          <a:endParaRPr lang="fr-FR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E29AA38-2B0C-4FEE-8DCD-5F965C0D4CD7}" type="parTrans" cxnId="{429555BD-6207-4E65-8C24-3348B3A94E58}">
      <dgm:prSet/>
      <dgm:spPr/>
      <dgm:t>
        <a:bodyPr/>
        <a:lstStyle/>
        <a:p>
          <a:endParaRPr lang="fr-CI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DB8D5FA-B5D7-4B64-8697-CE8EFCA14BA4}" type="sibTrans" cxnId="{429555BD-6207-4E65-8C24-3348B3A94E58}">
      <dgm:prSet/>
      <dgm:spPr/>
      <dgm:t>
        <a:bodyPr/>
        <a:lstStyle/>
        <a:p>
          <a:endParaRPr lang="fr-CI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CD40C3B-99E9-4F6E-B14C-369E0AA9BC27}">
      <dgm:prSet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fr-FR" dirty="0">
              <a:latin typeface="Arial" panose="020B0604020202020204" pitchFamily="34" charset="0"/>
              <a:cs typeface="Arial" panose="020B0604020202020204" pitchFamily="34" charset="0"/>
            </a:rPr>
            <a:t>Phase 4 : synthèse, rapport provisoire et rapport définitif.</a:t>
          </a:r>
        </a:p>
      </dgm:t>
    </dgm:pt>
    <dgm:pt modelId="{595ACF7F-5F71-4E22-9FA3-62DB051F28D9}" type="parTrans" cxnId="{3DF6C005-EC36-4EDD-B4DB-798283BC374B}">
      <dgm:prSet/>
      <dgm:spPr/>
      <dgm:t>
        <a:bodyPr/>
        <a:lstStyle/>
        <a:p>
          <a:endParaRPr lang="fr-CI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3683BCC-E158-47B4-9C1D-D91FC385115B}" type="sibTrans" cxnId="{3DF6C005-EC36-4EDD-B4DB-798283BC374B}">
      <dgm:prSet/>
      <dgm:spPr/>
      <dgm:t>
        <a:bodyPr/>
        <a:lstStyle/>
        <a:p>
          <a:endParaRPr lang="fr-CI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748658C-3D91-4D7F-8A04-C17D5B3EBB2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fr-FR" dirty="0">
              <a:latin typeface="Arial" panose="020B0604020202020204" pitchFamily="34" charset="0"/>
              <a:cs typeface="Arial" panose="020B0604020202020204" pitchFamily="34" charset="0"/>
            </a:rPr>
            <a:t>Rapport provisoire le 25 novembre, rapport définitif avant le 30 novembre.</a:t>
          </a:r>
        </a:p>
      </dgm:t>
    </dgm:pt>
    <dgm:pt modelId="{454F8BBE-E3AB-4028-B4F2-0A0F070D4CCE}" type="parTrans" cxnId="{6AE94B14-EB65-4BA2-B56E-8EE2D6F39D29}">
      <dgm:prSet/>
      <dgm:spPr/>
      <dgm:t>
        <a:bodyPr/>
        <a:lstStyle/>
        <a:p>
          <a:endParaRPr lang="fr-CI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97FA8EF-0303-4197-AD57-BBD0466CF27C}" type="sibTrans" cxnId="{6AE94B14-EB65-4BA2-B56E-8EE2D6F39D29}">
      <dgm:prSet/>
      <dgm:spPr/>
      <dgm:t>
        <a:bodyPr/>
        <a:lstStyle/>
        <a:p>
          <a:endParaRPr lang="fr-CI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CCBEF28-F64D-4756-8A40-A5139426200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fr-FR" dirty="0">
              <a:latin typeface="Arial" panose="020B0604020202020204" pitchFamily="34" charset="0"/>
              <a:cs typeface="Arial" panose="020B0604020202020204" pitchFamily="34" charset="0"/>
            </a:rPr>
            <a:t>Audit informatique : gestion des accès, des changements, de l’exploitation et contrôles applicatifs.</a:t>
          </a:r>
        </a:p>
      </dgm:t>
    </dgm:pt>
    <dgm:pt modelId="{E0ECA689-B3F8-40AD-8B8A-3FDFAACCBE2D}" type="parTrans" cxnId="{0A90B19F-315B-4369-A6B9-7B97A56DE920}">
      <dgm:prSet/>
      <dgm:spPr/>
      <dgm:t>
        <a:bodyPr/>
        <a:lstStyle/>
        <a:p>
          <a:endParaRPr lang="fr-CI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C20BAD4-2A27-4D81-A770-4EC2B10A7394}" type="sibTrans" cxnId="{0A90B19F-315B-4369-A6B9-7B97A56DE920}">
      <dgm:prSet/>
      <dgm:spPr/>
      <dgm:t>
        <a:bodyPr/>
        <a:lstStyle/>
        <a:p>
          <a:endParaRPr lang="fr-CI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87B7F03-676B-4988-A717-8F964837D91B}">
      <dgm:prSet/>
      <dgm:spPr/>
      <dgm:t>
        <a:bodyPr/>
        <a:lstStyle/>
        <a:p>
          <a:pPr>
            <a:buNone/>
          </a:pPr>
          <a:r>
            <a:rPr lang="fr-FR" b="1">
              <a:latin typeface="Arial" panose="020B0604020202020204" pitchFamily="34" charset="0"/>
              <a:cs typeface="Arial" panose="020B0604020202020204" pitchFamily="34" charset="0"/>
            </a:rPr>
            <a:t>Référentiels</a:t>
          </a:r>
          <a:endParaRPr lang="fr-FR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2E5C924-B04D-4D36-BC63-7A303FA4A548}" type="parTrans" cxnId="{8AF4E355-49F9-4AEA-A53F-D1113B862890}">
      <dgm:prSet/>
      <dgm:spPr/>
      <dgm:t>
        <a:bodyPr/>
        <a:lstStyle/>
        <a:p>
          <a:endParaRPr lang="fr-CI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C6FB0F0-E37B-4F0F-BA14-4C743BFB8770}" type="sibTrans" cxnId="{8AF4E355-49F9-4AEA-A53F-D1113B862890}">
      <dgm:prSet/>
      <dgm:spPr/>
      <dgm:t>
        <a:bodyPr/>
        <a:lstStyle/>
        <a:p>
          <a:endParaRPr lang="fr-CI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339DF54-B77D-4FE5-BE47-292176059DA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fr-FR">
              <a:latin typeface="Arial" panose="020B0604020202020204" pitchFamily="34" charset="0"/>
              <a:cs typeface="Arial" panose="020B0604020202020204" pitchFamily="34" charset="0"/>
            </a:rPr>
            <a:t>Règlement n°07/2009/CM/UEMOA, Plan comptable des mutuelles sociales et décisions de l’AIRMS.</a:t>
          </a:r>
          <a:endParaRPr lang="fr-FR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CBCE44F-15CD-41EE-9FDB-8D711D4F325A}" type="parTrans" cxnId="{E88EE284-C97A-45D1-95A7-B131352AE32E}">
      <dgm:prSet/>
      <dgm:spPr/>
      <dgm:t>
        <a:bodyPr/>
        <a:lstStyle/>
        <a:p>
          <a:endParaRPr lang="fr-CI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F1F7FD4-EA9A-4D26-BEC2-E6D5243EC655}" type="sibTrans" cxnId="{E88EE284-C97A-45D1-95A7-B131352AE32E}">
      <dgm:prSet/>
      <dgm:spPr/>
      <dgm:t>
        <a:bodyPr/>
        <a:lstStyle/>
        <a:p>
          <a:endParaRPr lang="fr-CI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C4B2DE9-0C78-4679-85E1-E3CD3B9A719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fr-FR">
              <a:latin typeface="Arial" panose="020B0604020202020204" pitchFamily="34" charset="0"/>
              <a:cs typeface="Arial" panose="020B0604020202020204" pitchFamily="34" charset="0"/>
            </a:rPr>
            <a:t>SYSCOHADA pour les cycles support ; statuts, règlement intérieur et conventions.</a:t>
          </a:r>
          <a:endParaRPr lang="fr-FR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DBBB880-22C1-447B-B37A-BF57CE789427}" type="parTrans" cxnId="{13F409EB-DF47-402C-A921-629EE9C5FEB7}">
      <dgm:prSet/>
      <dgm:spPr/>
      <dgm:t>
        <a:bodyPr/>
        <a:lstStyle/>
        <a:p>
          <a:endParaRPr lang="fr-CI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160E8FF-96D6-4DDA-80CF-D38DAAA43C6B}" type="sibTrans" cxnId="{13F409EB-DF47-402C-A921-629EE9C5FEB7}">
      <dgm:prSet/>
      <dgm:spPr/>
      <dgm:t>
        <a:bodyPr/>
        <a:lstStyle/>
        <a:p>
          <a:endParaRPr lang="fr-CI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B68779F-F9A7-4918-B025-04C2F11FA49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fr-FR" dirty="0">
              <a:latin typeface="Arial" panose="020B0604020202020204" pitchFamily="34" charset="0"/>
              <a:cs typeface="Arial" panose="020B0604020202020204" pitchFamily="34" charset="0"/>
            </a:rPr>
            <a:t>ISA 240 : risques présumés de contournement des contrôles par la direction et de fraude sur les produits.</a:t>
          </a:r>
        </a:p>
      </dgm:t>
    </dgm:pt>
    <dgm:pt modelId="{69810E0A-846F-4A20-9B78-34E95F304A2A}" type="parTrans" cxnId="{65196D0E-FAF2-4288-AE08-8BCC133CD6B0}">
      <dgm:prSet/>
      <dgm:spPr/>
      <dgm:t>
        <a:bodyPr/>
        <a:lstStyle/>
        <a:p>
          <a:endParaRPr lang="fr-CI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CBFCD59-8C59-403D-95A4-8578F919A327}" type="sibTrans" cxnId="{65196D0E-FAF2-4288-AE08-8BCC133CD6B0}">
      <dgm:prSet/>
      <dgm:spPr/>
      <dgm:t>
        <a:bodyPr/>
        <a:lstStyle/>
        <a:p>
          <a:endParaRPr lang="fr-CI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F8D19BE-809E-4EE3-BB6C-5C0AF9BE24DD}">
      <dgm:prSet/>
      <dgm:spPr/>
      <dgm:t>
        <a:bodyPr/>
        <a:lstStyle/>
        <a:p>
          <a:pPr>
            <a:buNone/>
          </a:pPr>
          <a:r>
            <a:rPr lang="fr-FR" b="1" dirty="0">
              <a:latin typeface="Arial" panose="020B0604020202020204" pitchFamily="34" charset="0"/>
              <a:cs typeface="Arial" panose="020B0604020202020204" pitchFamily="34" charset="0"/>
            </a:rPr>
            <a:t>Risques préliminaires</a:t>
          </a:r>
        </a:p>
      </dgm:t>
    </dgm:pt>
    <dgm:pt modelId="{439893B9-CB6D-4249-9F5B-FF2957D3515F}" type="parTrans" cxnId="{B9136B33-C4B4-4809-9879-439205D232BD}">
      <dgm:prSet/>
      <dgm:spPr/>
      <dgm:t>
        <a:bodyPr/>
        <a:lstStyle/>
        <a:p>
          <a:endParaRPr lang="fr-CI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9DDD330-6E2F-499F-8299-ABB8F3FB7140}" type="sibTrans" cxnId="{B9136B33-C4B4-4809-9879-439205D232BD}">
      <dgm:prSet/>
      <dgm:spPr/>
      <dgm:t>
        <a:bodyPr/>
        <a:lstStyle/>
        <a:p>
          <a:endParaRPr lang="fr-CI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405B15C-14A1-4B2F-B460-854C4A7FB14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fr-FR" dirty="0">
              <a:latin typeface="Arial" panose="020B0604020202020204" pitchFamily="34" charset="0"/>
              <a:cs typeface="Arial" panose="020B0604020202020204" pitchFamily="34" charset="0"/>
            </a:rPr>
            <a:t>Cartographie à affiner après entretiens : cotisations, prestations, engagements, crédits mutualistes, trésorerie.</a:t>
          </a:r>
        </a:p>
      </dgm:t>
    </dgm:pt>
    <dgm:pt modelId="{0073B378-6783-411E-A794-A4F1ED7D20BE}" type="parTrans" cxnId="{BF6E3A0A-8892-4641-9902-346544D1E827}">
      <dgm:prSet/>
      <dgm:spPr/>
      <dgm:t>
        <a:bodyPr/>
        <a:lstStyle/>
        <a:p>
          <a:endParaRPr lang="fr-CI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66B5FE9-D970-4C06-A747-12453BD6BE2F}" type="sibTrans" cxnId="{BF6E3A0A-8892-4641-9902-346544D1E827}">
      <dgm:prSet/>
      <dgm:spPr/>
      <dgm:t>
        <a:bodyPr/>
        <a:lstStyle/>
        <a:p>
          <a:endParaRPr lang="fr-CI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782E744-A6F3-4FCD-B50F-F074194620B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fr-FR" dirty="0">
              <a:latin typeface="Arial" panose="020B0604020202020204" pitchFamily="34" charset="0"/>
              <a:cs typeface="Arial" panose="020B0604020202020204" pitchFamily="34" charset="0"/>
            </a:rPr>
            <a:t>Analyse des ratios prudentiels exigés par l’AIRMS et de l’équilibre financier.</a:t>
          </a:r>
        </a:p>
      </dgm:t>
    </dgm:pt>
    <dgm:pt modelId="{B42C58AA-69B3-497A-B0F6-BE72239CF446}" type="parTrans" cxnId="{C5BC5E9D-5B6A-426B-9F1A-238C52316961}">
      <dgm:prSet/>
      <dgm:spPr/>
      <dgm:t>
        <a:bodyPr/>
        <a:lstStyle/>
        <a:p>
          <a:endParaRPr lang="fr-CI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B3F7325-A1BA-4D93-8701-9C7059F11263}" type="sibTrans" cxnId="{C5BC5E9D-5B6A-426B-9F1A-238C52316961}">
      <dgm:prSet/>
      <dgm:spPr/>
      <dgm:t>
        <a:bodyPr/>
        <a:lstStyle/>
        <a:p>
          <a:endParaRPr lang="fr-CI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12B66D2-7A07-4C09-B666-79DD4793F45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fr-FR" dirty="0">
              <a:latin typeface="Arial" panose="020B0604020202020204" pitchFamily="34" charset="0"/>
              <a:cs typeface="Arial" panose="020B0604020202020204" pitchFamily="34" charset="0"/>
            </a:rPr>
            <a:t>Comparaison avec le Fonds de Prévoyance Militaire et d’autres fonds.</a:t>
          </a:r>
        </a:p>
      </dgm:t>
    </dgm:pt>
    <dgm:pt modelId="{7312BE9F-8735-4E86-88E1-0FF8CEA42132}" type="parTrans" cxnId="{609F3994-B116-45F8-8625-C458308028C7}">
      <dgm:prSet/>
      <dgm:spPr/>
      <dgm:t>
        <a:bodyPr/>
        <a:lstStyle/>
        <a:p>
          <a:endParaRPr lang="fr-CI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6DE45FC-7DE6-4EF7-99EC-021E2A6E9BA8}" type="sibTrans" cxnId="{609F3994-B116-45F8-8625-C458308028C7}">
      <dgm:prSet/>
      <dgm:spPr/>
      <dgm:t>
        <a:bodyPr/>
        <a:lstStyle/>
        <a:p>
          <a:endParaRPr lang="fr-CI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57DB458-6E5C-4817-9BAB-6444D709889C}">
      <dgm:prSet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endParaRPr lang="fr-FR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B2326D9-2CF2-4250-A3E7-62318D814BB4}" type="parTrans" cxnId="{17F071FC-97F1-4CCB-BC70-5E4DFC488762}">
      <dgm:prSet/>
      <dgm:spPr/>
      <dgm:t>
        <a:bodyPr/>
        <a:lstStyle/>
        <a:p>
          <a:endParaRPr lang="fr-CI"/>
        </a:p>
      </dgm:t>
    </dgm:pt>
    <dgm:pt modelId="{699D231C-DB8E-43DC-961F-2D8D3EF6C3F3}" type="sibTrans" cxnId="{17F071FC-97F1-4CCB-BC70-5E4DFC488762}">
      <dgm:prSet/>
      <dgm:spPr/>
      <dgm:t>
        <a:bodyPr/>
        <a:lstStyle/>
        <a:p>
          <a:endParaRPr lang="fr-CI"/>
        </a:p>
      </dgm:t>
    </dgm:pt>
    <dgm:pt modelId="{5DE058FD-7127-4158-8936-7863E44FB82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fr-FR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96CADC4-EC48-42A6-A743-411FE7C54128}" type="parTrans" cxnId="{ECC81CA4-AEB3-495D-9C9E-C667205386EF}">
      <dgm:prSet/>
      <dgm:spPr/>
      <dgm:t>
        <a:bodyPr/>
        <a:lstStyle/>
        <a:p>
          <a:endParaRPr lang="fr-CI"/>
        </a:p>
      </dgm:t>
    </dgm:pt>
    <dgm:pt modelId="{BD25B061-6BB5-4E16-8FA8-47C274040ACE}" type="sibTrans" cxnId="{ECC81CA4-AEB3-495D-9C9E-C667205386EF}">
      <dgm:prSet/>
      <dgm:spPr/>
      <dgm:t>
        <a:bodyPr/>
        <a:lstStyle/>
        <a:p>
          <a:endParaRPr lang="fr-CI"/>
        </a:p>
      </dgm:t>
    </dgm:pt>
    <dgm:pt modelId="{B71821A7-D811-4D5A-9F04-AA8F58FD341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fr-FR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DEAD7E6-DDE8-4243-84E2-920D2D7A7E80}" type="parTrans" cxnId="{F77D93A8-7078-4AA5-A8CB-A0AFA09E3E31}">
      <dgm:prSet/>
      <dgm:spPr/>
      <dgm:t>
        <a:bodyPr/>
        <a:lstStyle/>
        <a:p>
          <a:endParaRPr lang="fr-CI"/>
        </a:p>
      </dgm:t>
    </dgm:pt>
    <dgm:pt modelId="{DC4876AF-5736-45AF-9DBB-29E7F90EA039}" type="sibTrans" cxnId="{F77D93A8-7078-4AA5-A8CB-A0AFA09E3E31}">
      <dgm:prSet/>
      <dgm:spPr/>
      <dgm:t>
        <a:bodyPr/>
        <a:lstStyle/>
        <a:p>
          <a:endParaRPr lang="fr-CI"/>
        </a:p>
      </dgm:t>
    </dgm:pt>
    <dgm:pt modelId="{2922AFC8-56B2-4FB6-90AD-9DAE5760FDA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fr-FR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3427C3F-92E4-4E93-BF06-B16D75BB5B61}" type="parTrans" cxnId="{36E1E608-299F-4C86-A79B-99D5F66EA767}">
      <dgm:prSet/>
      <dgm:spPr/>
      <dgm:t>
        <a:bodyPr/>
        <a:lstStyle/>
        <a:p>
          <a:endParaRPr lang="fr-CI"/>
        </a:p>
      </dgm:t>
    </dgm:pt>
    <dgm:pt modelId="{623C5F2A-EED4-4A29-B00B-8E79C228B3E6}" type="sibTrans" cxnId="{36E1E608-299F-4C86-A79B-99D5F66EA767}">
      <dgm:prSet/>
      <dgm:spPr/>
      <dgm:t>
        <a:bodyPr/>
        <a:lstStyle/>
        <a:p>
          <a:endParaRPr lang="fr-CI"/>
        </a:p>
      </dgm:t>
    </dgm:pt>
    <dgm:pt modelId="{B0B1E82F-A4A7-4152-BF00-D1C877B0427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fr-FR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74F0A9A-A63C-4466-8F5D-9B01A33F887D}" type="parTrans" cxnId="{0C2DAF80-065B-4D05-B852-15C0CB292D61}">
      <dgm:prSet/>
      <dgm:spPr/>
      <dgm:t>
        <a:bodyPr/>
        <a:lstStyle/>
        <a:p>
          <a:endParaRPr lang="fr-CI"/>
        </a:p>
      </dgm:t>
    </dgm:pt>
    <dgm:pt modelId="{0A114ADC-E3F9-4E37-A8D0-8F2586521C5C}" type="sibTrans" cxnId="{0C2DAF80-065B-4D05-B852-15C0CB292D61}">
      <dgm:prSet/>
      <dgm:spPr/>
      <dgm:t>
        <a:bodyPr/>
        <a:lstStyle/>
        <a:p>
          <a:endParaRPr lang="fr-CI"/>
        </a:p>
      </dgm:t>
    </dgm:pt>
    <dgm:pt modelId="{74A798A9-57C6-4B87-AC76-9B71C89638F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fr-FR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D80EAEE-A14D-4D7A-A67A-93978CF48751}" type="parTrans" cxnId="{76C8AC83-297F-4C46-A399-BC6ADAFAE263}">
      <dgm:prSet/>
      <dgm:spPr/>
      <dgm:t>
        <a:bodyPr/>
        <a:lstStyle/>
        <a:p>
          <a:endParaRPr lang="fr-CI"/>
        </a:p>
      </dgm:t>
    </dgm:pt>
    <dgm:pt modelId="{4E014E52-7DA1-495B-9B96-6A03CC6DE942}" type="sibTrans" cxnId="{76C8AC83-297F-4C46-A399-BC6ADAFAE263}">
      <dgm:prSet/>
      <dgm:spPr/>
      <dgm:t>
        <a:bodyPr/>
        <a:lstStyle/>
        <a:p>
          <a:endParaRPr lang="fr-CI"/>
        </a:p>
      </dgm:t>
    </dgm:pt>
    <dgm:pt modelId="{50E17F3E-DD79-4AF5-90B7-A173A66D7374}" type="pres">
      <dgm:prSet presAssocID="{1653D911-DF33-411D-B280-F6A8B2957636}" presName="Name0" presStyleCnt="0">
        <dgm:presLayoutVars>
          <dgm:dir/>
          <dgm:animLvl val="lvl"/>
          <dgm:resizeHandles val="exact"/>
        </dgm:presLayoutVars>
      </dgm:prSet>
      <dgm:spPr/>
    </dgm:pt>
    <dgm:pt modelId="{A2DF7171-FFCE-4F4B-BD0A-EBA29B621519}" type="pres">
      <dgm:prSet presAssocID="{C753AE54-7589-46E0-8C88-660FA98ED130}" presName="composite" presStyleCnt="0"/>
      <dgm:spPr/>
    </dgm:pt>
    <dgm:pt modelId="{5B7B8DC7-604A-4659-A347-7707949EA919}" type="pres">
      <dgm:prSet presAssocID="{C753AE54-7589-46E0-8C88-660FA98ED130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0DB35DE1-C1EA-45E3-87E3-F3E45FEA6920}" type="pres">
      <dgm:prSet presAssocID="{C753AE54-7589-46E0-8C88-660FA98ED130}" presName="desTx" presStyleLbl="alignAccFollowNode1" presStyleIdx="0" presStyleCnt="3" custScaleY="103818">
        <dgm:presLayoutVars>
          <dgm:bulletEnabled val="1"/>
        </dgm:presLayoutVars>
      </dgm:prSet>
      <dgm:spPr/>
    </dgm:pt>
    <dgm:pt modelId="{43853462-9B90-4EF1-B9B4-0A9EEE84F2EE}" type="pres">
      <dgm:prSet presAssocID="{5E4B13F3-9F28-4A8A-9AAD-D5BDA6A3DAFB}" presName="space" presStyleCnt="0"/>
      <dgm:spPr/>
    </dgm:pt>
    <dgm:pt modelId="{D7CB6019-908B-467C-AE87-D43B80614CBF}" type="pres">
      <dgm:prSet presAssocID="{887B7F03-676B-4988-A717-8F964837D91B}" presName="composite" presStyleCnt="0"/>
      <dgm:spPr/>
    </dgm:pt>
    <dgm:pt modelId="{A1159CF8-E129-418D-8464-2831E79E3E77}" type="pres">
      <dgm:prSet presAssocID="{887B7F03-676B-4988-A717-8F964837D91B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93C8479D-AEBA-4D87-A353-D19E9814F54B}" type="pres">
      <dgm:prSet presAssocID="{887B7F03-676B-4988-A717-8F964837D91B}" presName="desTx" presStyleLbl="alignAccFollowNode1" presStyleIdx="1" presStyleCnt="3">
        <dgm:presLayoutVars>
          <dgm:bulletEnabled val="1"/>
        </dgm:presLayoutVars>
      </dgm:prSet>
      <dgm:spPr/>
    </dgm:pt>
    <dgm:pt modelId="{455F0AF3-7629-4083-B9F7-4642A53BB4D9}" type="pres">
      <dgm:prSet presAssocID="{AC6FB0F0-E37B-4F0F-BA14-4C743BFB8770}" presName="space" presStyleCnt="0"/>
      <dgm:spPr/>
    </dgm:pt>
    <dgm:pt modelId="{6467050D-B280-4DA7-9A63-80D2977FEFB4}" type="pres">
      <dgm:prSet presAssocID="{7F8D19BE-809E-4EE3-BB6C-5C0AF9BE24DD}" presName="composite" presStyleCnt="0"/>
      <dgm:spPr/>
    </dgm:pt>
    <dgm:pt modelId="{2AC4C458-C804-489D-93FB-DBD30AC4F765}" type="pres">
      <dgm:prSet presAssocID="{7F8D19BE-809E-4EE3-BB6C-5C0AF9BE24DD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10A0D5DB-7680-4E15-B188-658573D3F1C5}" type="pres">
      <dgm:prSet presAssocID="{7F8D19BE-809E-4EE3-BB6C-5C0AF9BE24DD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F5CC3803-A640-452D-8098-9C3D354DA1F5}" type="presOf" srcId="{7F8D19BE-809E-4EE3-BB6C-5C0AF9BE24DD}" destId="{2AC4C458-C804-489D-93FB-DBD30AC4F765}" srcOrd="0" destOrd="0" presId="urn:microsoft.com/office/officeart/2005/8/layout/hList1"/>
    <dgm:cxn modelId="{CABA6C03-AB8B-44CF-9C5A-CF52725872F1}" type="presOf" srcId="{C782E744-A6F3-4FCD-B50F-F074194620BC}" destId="{10A0D5DB-7680-4E15-B188-658573D3F1C5}" srcOrd="0" destOrd="2" presId="urn:microsoft.com/office/officeart/2005/8/layout/hList1"/>
    <dgm:cxn modelId="{332F0004-0123-4E60-9201-E6FA6CD9D8C8}" type="presOf" srcId="{887B7F03-676B-4988-A717-8F964837D91B}" destId="{A1159CF8-E129-418D-8464-2831E79E3E77}" srcOrd="0" destOrd="0" presId="urn:microsoft.com/office/officeart/2005/8/layout/hList1"/>
    <dgm:cxn modelId="{3DF6C005-EC36-4EDD-B4DB-798283BC374B}" srcId="{E6D047EF-E155-4F2B-9875-E62FBA7B0B58}" destId="{ECD40C3B-99E9-4F6E-B14C-369E0AA9BC27}" srcOrd="2" destOrd="0" parTransId="{595ACF7F-5F71-4E22-9FA3-62DB051F28D9}" sibTransId="{B3683BCC-E158-47B4-9C1D-D91FC385115B}"/>
    <dgm:cxn modelId="{36E1E608-299F-4C86-A79B-99D5F66EA767}" srcId="{887B7F03-676B-4988-A717-8F964837D91B}" destId="{2922AFC8-56B2-4FB6-90AD-9DAE5760FDAF}" srcOrd="3" destOrd="0" parTransId="{83427C3F-92E4-4E93-BF06-B16D75BB5B61}" sibTransId="{623C5F2A-EED4-4A29-B00B-8E79C228B3E6}"/>
    <dgm:cxn modelId="{BF6E3A0A-8892-4641-9902-346544D1E827}" srcId="{7F8D19BE-809E-4EE3-BB6C-5C0AF9BE24DD}" destId="{4405B15C-14A1-4B2F-B460-854C4A7FB14C}" srcOrd="0" destOrd="0" parTransId="{0073B378-6783-411E-A794-A4F1ED7D20BE}" sibTransId="{D66B5FE9-D970-4C06-A747-12453BD6BE2F}"/>
    <dgm:cxn modelId="{6F23830B-4D2B-4837-8F75-98863F0A47EE}" srcId="{E6D047EF-E155-4F2B-9875-E62FBA7B0B58}" destId="{ED2C3942-733B-47DA-AAA1-E6ED83BC799C}" srcOrd="0" destOrd="0" parTransId="{0D751A7D-FDF8-48E8-A868-7459BC5ED3B6}" sibTransId="{C584D4E1-141D-4768-A0A4-373AA1B16752}"/>
    <dgm:cxn modelId="{65196D0E-FAF2-4288-AE08-8BCC133CD6B0}" srcId="{887B7F03-676B-4988-A717-8F964837D91B}" destId="{1B68779F-F9A7-4918-B025-04C2F11FA496}" srcOrd="4" destOrd="0" parTransId="{69810E0A-846F-4A20-9B78-34E95F304A2A}" sibTransId="{BCBFCD59-8C59-403D-95A4-8578F919A327}"/>
    <dgm:cxn modelId="{DF2CD713-A50D-4D43-AEBF-A1A13E38740F}" type="presOf" srcId="{1B68779F-F9A7-4918-B025-04C2F11FA496}" destId="{93C8479D-AEBA-4D87-A353-D19E9814F54B}" srcOrd="0" destOrd="4" presId="urn:microsoft.com/office/officeart/2005/8/layout/hList1"/>
    <dgm:cxn modelId="{6AE94B14-EB65-4BA2-B56E-8EE2D6F39D29}" srcId="{C753AE54-7589-46E0-8C88-660FA98ED130}" destId="{2748658C-3D91-4D7F-8A04-C17D5B3EBB22}" srcOrd="1" destOrd="0" parTransId="{454F8BBE-E3AB-4028-B4F2-0A0F070D4CCE}" sibTransId="{297FA8EF-0303-4197-AD57-BBD0466CF27C}"/>
    <dgm:cxn modelId="{18F2161A-D429-4525-AA12-3ABE2841E3D8}" type="presOf" srcId="{ECCBEF28-F64D-4756-8A40-A51394262007}" destId="{0DB35DE1-C1EA-45E3-87E3-F3E45FEA6920}" srcOrd="0" destOrd="7" presId="urn:microsoft.com/office/officeart/2005/8/layout/hList1"/>
    <dgm:cxn modelId="{7A5B8F25-DAA6-474B-A8DB-2EB48EDD6CEA}" type="presOf" srcId="{9339DF54-B77D-4FE5-BE47-292176059DAD}" destId="{93C8479D-AEBA-4D87-A353-D19E9814F54B}" srcOrd="0" destOrd="0" presId="urn:microsoft.com/office/officeart/2005/8/layout/hList1"/>
    <dgm:cxn modelId="{5B9FA72B-C796-42DB-970B-DC9C54D1AB60}" type="presOf" srcId="{74A798A9-57C6-4B87-AC76-9B71C89638F0}" destId="{10A0D5DB-7680-4E15-B188-658573D3F1C5}" srcOrd="0" destOrd="1" presId="urn:microsoft.com/office/officeart/2005/8/layout/hList1"/>
    <dgm:cxn modelId="{B025DF2C-98D1-4F0F-917F-572E5EB7B52C}" type="presOf" srcId="{F00B3451-2BCA-401F-B101-7C857CF9ED81}" destId="{0DB35DE1-C1EA-45E3-87E3-F3E45FEA6920}" srcOrd="0" destOrd="2" presId="urn:microsoft.com/office/officeart/2005/8/layout/hList1"/>
    <dgm:cxn modelId="{B9136B33-C4B4-4809-9879-439205D232BD}" srcId="{1653D911-DF33-411D-B280-F6A8B2957636}" destId="{7F8D19BE-809E-4EE3-BB6C-5C0AF9BE24DD}" srcOrd="2" destOrd="0" parTransId="{439893B9-CB6D-4249-9F5B-FF2957D3515F}" sibTransId="{69DDD330-6E2F-499F-8299-ABB8F3FB7140}"/>
    <dgm:cxn modelId="{8CABF138-5290-43B1-9044-86DA73F8E376}" type="presOf" srcId="{ECD40C3B-99E9-4F6E-B14C-369E0AA9BC27}" destId="{0DB35DE1-C1EA-45E3-87E3-F3E45FEA6920}" srcOrd="0" destOrd="3" presId="urn:microsoft.com/office/officeart/2005/8/layout/hList1"/>
    <dgm:cxn modelId="{06F77164-94E1-4316-B48A-F271652BA80A}" type="presOf" srcId="{757DB458-6E5C-4817-9BAB-6444D709889C}" destId="{0DB35DE1-C1EA-45E3-87E3-F3E45FEA6920}" srcOrd="0" destOrd="4" presId="urn:microsoft.com/office/officeart/2005/8/layout/hList1"/>
    <dgm:cxn modelId="{9A39EA65-7FBC-4CD0-BBF4-91A70F6FAC68}" srcId="{1653D911-DF33-411D-B280-F6A8B2957636}" destId="{C753AE54-7589-46E0-8C88-660FA98ED130}" srcOrd="0" destOrd="0" parTransId="{A694E0D6-0051-403A-ACA9-1CCFD0E2830E}" sibTransId="{5E4B13F3-9F28-4A8A-9AAD-D5BDA6A3DAFB}"/>
    <dgm:cxn modelId="{0A63EB6B-3081-443C-899A-91E906B68922}" type="presOf" srcId="{C753AE54-7589-46E0-8C88-660FA98ED130}" destId="{5B7B8DC7-604A-4659-A347-7707949EA919}" srcOrd="0" destOrd="0" presId="urn:microsoft.com/office/officeart/2005/8/layout/hList1"/>
    <dgm:cxn modelId="{915F436E-A659-4452-8E6B-47964D6E3E8E}" type="presOf" srcId="{2748658C-3D91-4D7F-8A04-C17D5B3EBB22}" destId="{0DB35DE1-C1EA-45E3-87E3-F3E45FEA6920}" srcOrd="0" destOrd="5" presId="urn:microsoft.com/office/officeart/2005/8/layout/hList1"/>
    <dgm:cxn modelId="{8AF4E355-49F9-4AEA-A53F-D1113B862890}" srcId="{1653D911-DF33-411D-B280-F6A8B2957636}" destId="{887B7F03-676B-4988-A717-8F964837D91B}" srcOrd="1" destOrd="0" parTransId="{82E5C924-B04D-4D36-BC63-7A303FA4A548}" sibTransId="{AC6FB0F0-E37B-4F0F-BA14-4C743BFB8770}"/>
    <dgm:cxn modelId="{63E50576-4DDD-47F3-B6E4-E22503EF642B}" type="presOf" srcId="{B12B66D2-7A07-4C09-B666-79DD4793F45D}" destId="{10A0D5DB-7680-4E15-B188-658573D3F1C5}" srcOrd="0" destOrd="4" presId="urn:microsoft.com/office/officeart/2005/8/layout/hList1"/>
    <dgm:cxn modelId="{10B49B7C-7D05-4BB6-AFBD-5EFD4B563305}" type="presOf" srcId="{B0B1E82F-A4A7-4152-BF00-D1C877B04275}" destId="{10A0D5DB-7680-4E15-B188-658573D3F1C5}" srcOrd="0" destOrd="3" presId="urn:microsoft.com/office/officeart/2005/8/layout/hList1"/>
    <dgm:cxn modelId="{0FE6997F-1002-49D2-B6BA-537C8082683B}" type="presOf" srcId="{B71821A7-D811-4D5A-9F04-AA8F58FD3411}" destId="{93C8479D-AEBA-4D87-A353-D19E9814F54B}" srcOrd="0" destOrd="1" presId="urn:microsoft.com/office/officeart/2005/8/layout/hList1"/>
    <dgm:cxn modelId="{0C2DAF80-065B-4D05-B852-15C0CB292D61}" srcId="{7F8D19BE-809E-4EE3-BB6C-5C0AF9BE24DD}" destId="{B0B1E82F-A4A7-4152-BF00-D1C877B04275}" srcOrd="3" destOrd="0" parTransId="{274F0A9A-A63C-4466-8F5D-9B01A33F887D}" sibTransId="{0A114ADC-E3F9-4E37-A8D0-8F2586521C5C}"/>
    <dgm:cxn modelId="{76C8AC83-297F-4C46-A399-BC6ADAFAE263}" srcId="{7F8D19BE-809E-4EE3-BB6C-5C0AF9BE24DD}" destId="{74A798A9-57C6-4B87-AC76-9B71C89638F0}" srcOrd="1" destOrd="0" parTransId="{8D80EAEE-A14D-4D7A-A67A-93978CF48751}" sibTransId="{4E014E52-7DA1-495B-9B96-6A03CC6DE942}"/>
    <dgm:cxn modelId="{4EFDDF84-F39B-4376-9FCA-8BD1BE3C0372}" type="presOf" srcId="{5DE058FD-7127-4158-8936-7863E44FB821}" destId="{0DB35DE1-C1EA-45E3-87E3-F3E45FEA6920}" srcOrd="0" destOrd="6" presId="urn:microsoft.com/office/officeart/2005/8/layout/hList1"/>
    <dgm:cxn modelId="{E88EE284-C97A-45D1-95A7-B131352AE32E}" srcId="{887B7F03-676B-4988-A717-8F964837D91B}" destId="{9339DF54-B77D-4FE5-BE47-292176059DAD}" srcOrd="0" destOrd="0" parTransId="{ECBCE44F-15CD-41EE-9FDB-8D711D4F325A}" sibTransId="{EF1F7FD4-EA9A-4D26-BEC2-E6D5243EC655}"/>
    <dgm:cxn modelId="{586A4985-A04E-493F-9A3A-5275FD486D1A}" srcId="{C753AE54-7589-46E0-8C88-660FA98ED130}" destId="{E6D047EF-E155-4F2B-9875-E62FBA7B0B58}" srcOrd="0" destOrd="0" parTransId="{77661E10-960A-45D2-A4AD-1B2BF6DC84E9}" sibTransId="{B50D4861-33D7-4FAD-8AD6-29864C65914C}"/>
    <dgm:cxn modelId="{A0947D90-4BB4-4EE8-8AA0-81CA14D02D04}" type="presOf" srcId="{5C4B2DE9-0C78-4679-85E1-E3CD3B9A7197}" destId="{93C8479D-AEBA-4D87-A353-D19E9814F54B}" srcOrd="0" destOrd="2" presId="urn:microsoft.com/office/officeart/2005/8/layout/hList1"/>
    <dgm:cxn modelId="{609F3994-B116-45F8-8625-C458308028C7}" srcId="{7F8D19BE-809E-4EE3-BB6C-5C0AF9BE24DD}" destId="{B12B66D2-7A07-4C09-B666-79DD4793F45D}" srcOrd="4" destOrd="0" parTransId="{7312BE9F-8735-4E86-88E1-0FF8CEA42132}" sibTransId="{86DE45FC-7DE6-4EF7-99EC-021E2A6E9BA8}"/>
    <dgm:cxn modelId="{C5BC5E9D-5B6A-426B-9F1A-238C52316961}" srcId="{7F8D19BE-809E-4EE3-BB6C-5C0AF9BE24DD}" destId="{C782E744-A6F3-4FCD-B50F-F074194620BC}" srcOrd="2" destOrd="0" parTransId="{B42C58AA-69B3-497A-B0F6-BE72239CF446}" sibTransId="{AB3F7325-A1BA-4D93-8701-9C7059F11263}"/>
    <dgm:cxn modelId="{0A90B19F-315B-4369-A6B9-7B97A56DE920}" srcId="{C753AE54-7589-46E0-8C88-660FA98ED130}" destId="{ECCBEF28-F64D-4756-8A40-A51394262007}" srcOrd="3" destOrd="0" parTransId="{E0ECA689-B3F8-40AD-8B8A-3FDFAACCBE2D}" sibTransId="{6C20BAD4-2A27-4D81-A770-4EC2B10A7394}"/>
    <dgm:cxn modelId="{ECC81CA4-AEB3-495D-9C9E-C667205386EF}" srcId="{C753AE54-7589-46E0-8C88-660FA98ED130}" destId="{5DE058FD-7127-4158-8936-7863E44FB821}" srcOrd="2" destOrd="0" parTransId="{896CADC4-EC48-42A6-A743-411FE7C54128}" sibTransId="{BD25B061-6BB5-4E16-8FA8-47C274040ACE}"/>
    <dgm:cxn modelId="{F77D93A8-7078-4AA5-A8CB-A0AFA09E3E31}" srcId="{887B7F03-676B-4988-A717-8F964837D91B}" destId="{B71821A7-D811-4D5A-9F04-AA8F58FD3411}" srcOrd="1" destOrd="0" parTransId="{8DEAD7E6-DDE8-4243-84E2-920D2D7A7E80}" sibTransId="{DC4876AF-5736-45AF-9DBB-29E7F90EA039}"/>
    <dgm:cxn modelId="{D1C3C9B2-591F-4662-BEFF-950B661C4044}" type="presOf" srcId="{2922AFC8-56B2-4FB6-90AD-9DAE5760FDAF}" destId="{93C8479D-AEBA-4D87-A353-D19E9814F54B}" srcOrd="0" destOrd="3" presId="urn:microsoft.com/office/officeart/2005/8/layout/hList1"/>
    <dgm:cxn modelId="{429555BD-6207-4E65-8C24-3348B3A94E58}" srcId="{E6D047EF-E155-4F2B-9875-E62FBA7B0B58}" destId="{F00B3451-2BCA-401F-B101-7C857CF9ED81}" srcOrd="1" destOrd="0" parTransId="{7E29AA38-2B0C-4FEE-8DCD-5F965C0D4CD7}" sibTransId="{CDB8D5FA-B5D7-4B64-8697-CE8EFCA14BA4}"/>
    <dgm:cxn modelId="{901A14D3-42B6-41D1-B707-9A7384407218}" type="presOf" srcId="{ED2C3942-733B-47DA-AAA1-E6ED83BC799C}" destId="{0DB35DE1-C1EA-45E3-87E3-F3E45FEA6920}" srcOrd="0" destOrd="1" presId="urn:microsoft.com/office/officeart/2005/8/layout/hList1"/>
    <dgm:cxn modelId="{13F409EB-DF47-402C-A921-629EE9C5FEB7}" srcId="{887B7F03-676B-4988-A717-8F964837D91B}" destId="{5C4B2DE9-0C78-4679-85E1-E3CD3B9A7197}" srcOrd="2" destOrd="0" parTransId="{EDBBB880-22C1-447B-B37A-BF57CE789427}" sibTransId="{1160E8FF-96D6-4DDA-80CF-D38DAAA43C6B}"/>
    <dgm:cxn modelId="{AC48E4EC-881A-421E-9EDE-9BA01B37408F}" type="presOf" srcId="{1653D911-DF33-411D-B280-F6A8B2957636}" destId="{50E17F3E-DD79-4AF5-90B7-A173A66D7374}" srcOrd="0" destOrd="0" presId="urn:microsoft.com/office/officeart/2005/8/layout/hList1"/>
    <dgm:cxn modelId="{5C2D3FEE-4674-47E2-90A0-B4847320D742}" type="presOf" srcId="{E6D047EF-E155-4F2B-9875-E62FBA7B0B58}" destId="{0DB35DE1-C1EA-45E3-87E3-F3E45FEA6920}" srcOrd="0" destOrd="0" presId="urn:microsoft.com/office/officeart/2005/8/layout/hList1"/>
    <dgm:cxn modelId="{FD9F3FF3-0A82-4154-8403-92025F2F3080}" type="presOf" srcId="{4405B15C-14A1-4B2F-B460-854C4A7FB14C}" destId="{10A0D5DB-7680-4E15-B188-658573D3F1C5}" srcOrd="0" destOrd="0" presId="urn:microsoft.com/office/officeart/2005/8/layout/hList1"/>
    <dgm:cxn modelId="{17F071FC-97F1-4CCB-BC70-5E4DFC488762}" srcId="{E6D047EF-E155-4F2B-9875-E62FBA7B0B58}" destId="{757DB458-6E5C-4817-9BAB-6444D709889C}" srcOrd="3" destOrd="0" parTransId="{DB2326D9-2CF2-4250-A3E7-62318D814BB4}" sibTransId="{699D231C-DB8E-43DC-961F-2D8D3EF6C3F3}"/>
    <dgm:cxn modelId="{2B7BC04F-1B87-49C7-9EA1-1BC98CCD8A89}" type="presParOf" srcId="{50E17F3E-DD79-4AF5-90B7-A173A66D7374}" destId="{A2DF7171-FFCE-4F4B-BD0A-EBA29B621519}" srcOrd="0" destOrd="0" presId="urn:microsoft.com/office/officeart/2005/8/layout/hList1"/>
    <dgm:cxn modelId="{E53C1DC5-5837-4E92-86EE-079A0234F52E}" type="presParOf" srcId="{A2DF7171-FFCE-4F4B-BD0A-EBA29B621519}" destId="{5B7B8DC7-604A-4659-A347-7707949EA919}" srcOrd="0" destOrd="0" presId="urn:microsoft.com/office/officeart/2005/8/layout/hList1"/>
    <dgm:cxn modelId="{6993CC70-70EA-4482-A5BB-47A03FABD67B}" type="presParOf" srcId="{A2DF7171-FFCE-4F4B-BD0A-EBA29B621519}" destId="{0DB35DE1-C1EA-45E3-87E3-F3E45FEA6920}" srcOrd="1" destOrd="0" presId="urn:microsoft.com/office/officeart/2005/8/layout/hList1"/>
    <dgm:cxn modelId="{A0BF3EA3-7B32-4ED9-AC13-5A8F77DB2963}" type="presParOf" srcId="{50E17F3E-DD79-4AF5-90B7-A173A66D7374}" destId="{43853462-9B90-4EF1-B9B4-0A9EEE84F2EE}" srcOrd="1" destOrd="0" presId="urn:microsoft.com/office/officeart/2005/8/layout/hList1"/>
    <dgm:cxn modelId="{C8E2F42B-315C-4AE2-A2CE-B2AC61B32142}" type="presParOf" srcId="{50E17F3E-DD79-4AF5-90B7-A173A66D7374}" destId="{D7CB6019-908B-467C-AE87-D43B80614CBF}" srcOrd="2" destOrd="0" presId="urn:microsoft.com/office/officeart/2005/8/layout/hList1"/>
    <dgm:cxn modelId="{9C1BDE7F-BC42-47F3-AC91-F2239F737A8B}" type="presParOf" srcId="{D7CB6019-908B-467C-AE87-D43B80614CBF}" destId="{A1159CF8-E129-418D-8464-2831E79E3E77}" srcOrd="0" destOrd="0" presId="urn:microsoft.com/office/officeart/2005/8/layout/hList1"/>
    <dgm:cxn modelId="{FF0B614E-FBF8-4AE5-AA22-2FC984DA7A31}" type="presParOf" srcId="{D7CB6019-908B-467C-AE87-D43B80614CBF}" destId="{93C8479D-AEBA-4D87-A353-D19E9814F54B}" srcOrd="1" destOrd="0" presId="urn:microsoft.com/office/officeart/2005/8/layout/hList1"/>
    <dgm:cxn modelId="{73F8C105-265A-4039-B2CE-EC1FB3A39ACD}" type="presParOf" srcId="{50E17F3E-DD79-4AF5-90B7-A173A66D7374}" destId="{455F0AF3-7629-4083-B9F7-4642A53BB4D9}" srcOrd="3" destOrd="0" presId="urn:microsoft.com/office/officeart/2005/8/layout/hList1"/>
    <dgm:cxn modelId="{EF7508B9-CE83-432B-863E-6A8805891B5D}" type="presParOf" srcId="{50E17F3E-DD79-4AF5-90B7-A173A66D7374}" destId="{6467050D-B280-4DA7-9A63-80D2977FEFB4}" srcOrd="4" destOrd="0" presId="urn:microsoft.com/office/officeart/2005/8/layout/hList1"/>
    <dgm:cxn modelId="{5C87C689-2844-49C3-9537-1FA4FB93E47A}" type="presParOf" srcId="{6467050D-B280-4DA7-9A63-80D2977FEFB4}" destId="{2AC4C458-C804-489D-93FB-DBD30AC4F765}" srcOrd="0" destOrd="0" presId="urn:microsoft.com/office/officeart/2005/8/layout/hList1"/>
    <dgm:cxn modelId="{CE2F4880-59F6-4842-BE6B-162287175DC2}" type="presParOf" srcId="{6467050D-B280-4DA7-9A63-80D2977FEFB4}" destId="{10A0D5DB-7680-4E15-B188-658573D3F1C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653D911-DF33-411D-B280-F6A8B2957636}" type="doc">
      <dgm:prSet loTypeId="urn:microsoft.com/office/officeart/2005/8/layout/h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fr-CI"/>
        </a:p>
      </dgm:t>
    </dgm:pt>
    <dgm:pt modelId="{C753AE54-7589-46E0-8C88-660FA98ED130}">
      <dgm:prSet phldrT="[Texte]"/>
      <dgm:spPr/>
      <dgm:t>
        <a:bodyPr/>
        <a:lstStyle/>
        <a:p>
          <a:pPr>
            <a:buNone/>
          </a:pPr>
          <a:r>
            <a:rPr lang="fr-FR" b="1">
              <a:latin typeface="Arial" panose="020B0604020202020204" pitchFamily="34" charset="0"/>
              <a:cs typeface="Arial" panose="020B0604020202020204" pitchFamily="34" charset="0"/>
            </a:rPr>
            <a:t>Travaux lancés en priorité</a:t>
          </a:r>
          <a:endParaRPr lang="fr-CI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694E0D6-0051-403A-ACA9-1CCFD0E2830E}" type="parTrans" cxnId="{9A39EA65-7FBC-4CD0-BBF4-91A70F6FAC68}">
      <dgm:prSet/>
      <dgm:spPr/>
      <dgm:t>
        <a:bodyPr/>
        <a:lstStyle/>
        <a:p>
          <a:endParaRPr lang="fr-CI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E4B13F3-9F28-4A8A-9AAD-D5BDA6A3DAFB}" type="sibTrans" cxnId="{9A39EA65-7FBC-4CD0-BBF4-91A70F6FAC68}">
      <dgm:prSet/>
      <dgm:spPr/>
      <dgm:t>
        <a:bodyPr/>
        <a:lstStyle/>
        <a:p>
          <a:endParaRPr lang="fr-CI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2706FF3-0D60-45D8-A1D1-B3A42CA9741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fr-FR" dirty="0">
              <a:latin typeface="Arial" panose="020B0604020202020204" pitchFamily="34" charset="0"/>
              <a:cs typeface="Arial" panose="020B0604020202020204" pitchFamily="34" charset="0"/>
            </a:rPr>
            <a:t>Ces sujets sont traités dès le début de la mission.</a:t>
          </a:r>
        </a:p>
      </dgm:t>
    </dgm:pt>
    <dgm:pt modelId="{A350F4CA-05FD-4534-A989-58722D20A815}" type="parTrans" cxnId="{435AD476-32DA-4760-8E6F-9B6F647431E0}">
      <dgm:prSet/>
      <dgm:spPr/>
      <dgm:t>
        <a:bodyPr/>
        <a:lstStyle/>
        <a:p>
          <a:endParaRPr lang="fr-CI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2044BC9-0F17-40C6-8120-0E9556396902}" type="sibTrans" cxnId="{435AD476-32DA-4760-8E6F-9B6F647431E0}">
      <dgm:prSet/>
      <dgm:spPr/>
      <dgm:t>
        <a:bodyPr/>
        <a:lstStyle/>
        <a:p>
          <a:endParaRPr lang="fr-CI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F58675B-F4CB-4201-8111-B7544A5D3B0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fr-FR" dirty="0">
              <a:latin typeface="Arial" panose="020B0604020202020204" pitchFamily="34" charset="0"/>
              <a:cs typeface="Arial" panose="020B0604020202020204" pitchFamily="34" charset="0"/>
            </a:rPr>
            <a:t>Thèmes concernés :</a:t>
          </a:r>
        </a:p>
      </dgm:t>
    </dgm:pt>
    <dgm:pt modelId="{C565C9F9-C8E8-47E2-8CFF-53AB748A17B0}" type="parTrans" cxnId="{B90D0661-35ED-4B5D-8625-F0CD5653DEFA}">
      <dgm:prSet/>
      <dgm:spPr/>
      <dgm:t>
        <a:bodyPr/>
        <a:lstStyle/>
        <a:p>
          <a:endParaRPr lang="fr-CI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E84F95A-8780-4A72-AD6E-8B190F527C57}" type="sibTrans" cxnId="{B90D0661-35ED-4B5D-8625-F0CD5653DEFA}">
      <dgm:prSet/>
      <dgm:spPr/>
      <dgm:t>
        <a:bodyPr/>
        <a:lstStyle/>
        <a:p>
          <a:endParaRPr lang="fr-CI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930BD40-3D43-46C4-81BD-8610FC87F8DB}">
      <dgm:prSet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fr-FR" b="1" dirty="0">
              <a:latin typeface="Arial" panose="020B0604020202020204" pitchFamily="34" charset="0"/>
              <a:cs typeface="Arial" panose="020B0604020202020204" pitchFamily="34" charset="0"/>
            </a:rPr>
            <a:t>Provisions mathématiques</a:t>
          </a:r>
        </a:p>
      </dgm:t>
    </dgm:pt>
    <dgm:pt modelId="{49B0D19B-AE34-43F3-A2BB-09289B4E8F1A}" type="parTrans" cxnId="{5CDA27F7-CE31-4DF7-93D2-2B1B4BEB0E12}">
      <dgm:prSet/>
      <dgm:spPr/>
      <dgm:t>
        <a:bodyPr/>
        <a:lstStyle/>
        <a:p>
          <a:endParaRPr lang="fr-CI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F0F8FBF-B9AB-4593-82D4-8A44E7A7DDFC}" type="sibTrans" cxnId="{5CDA27F7-CE31-4DF7-93D2-2B1B4BEB0E12}">
      <dgm:prSet/>
      <dgm:spPr/>
      <dgm:t>
        <a:bodyPr/>
        <a:lstStyle/>
        <a:p>
          <a:endParaRPr lang="fr-CI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4883BD7-04FE-4D22-B695-AF5A02561ACB}">
      <dgm:prSet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fr-FR" b="1" dirty="0">
              <a:latin typeface="Arial" panose="020B0604020202020204" pitchFamily="34" charset="0"/>
              <a:cs typeface="Arial" panose="020B0604020202020204" pitchFamily="34" charset="0"/>
            </a:rPr>
            <a:t>Calcul des sinistres et des ratios</a:t>
          </a:r>
          <a:endParaRPr lang="fr-FR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E8531FC-33D9-449F-B0A3-B74E6EB36E54}" type="parTrans" cxnId="{2304A1C8-491A-49D9-AE55-3D13953E3B31}">
      <dgm:prSet/>
      <dgm:spPr/>
      <dgm:t>
        <a:bodyPr/>
        <a:lstStyle/>
        <a:p>
          <a:endParaRPr lang="fr-CI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F88B7F7-520C-4385-B34B-D2697C34E4EF}" type="sibTrans" cxnId="{2304A1C8-491A-49D9-AE55-3D13953E3B31}">
      <dgm:prSet/>
      <dgm:spPr/>
      <dgm:t>
        <a:bodyPr/>
        <a:lstStyle/>
        <a:p>
          <a:endParaRPr lang="fr-CI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76F0F0B-9212-4496-BCAA-C947943B4295}">
      <dgm:prSet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fr-FR" b="1" dirty="0">
              <a:latin typeface="Arial" panose="020B0604020202020204" pitchFamily="34" charset="0"/>
              <a:cs typeface="Arial" panose="020B0604020202020204" pitchFamily="34" charset="0"/>
            </a:rPr>
            <a:t>Frais généraux et investissements</a:t>
          </a:r>
          <a:endParaRPr lang="fr-FR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D7D6FDE-CB1C-4117-A1D3-549EB3FC2FED}" type="parTrans" cxnId="{72A74873-AD29-43A0-9B91-4E75BF577B64}">
      <dgm:prSet/>
      <dgm:spPr/>
      <dgm:t>
        <a:bodyPr/>
        <a:lstStyle/>
        <a:p>
          <a:endParaRPr lang="fr-CI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E5D7850-742B-4B51-B5A6-A0EC67707ECF}" type="sibTrans" cxnId="{72A74873-AD29-43A0-9B91-4E75BF577B64}">
      <dgm:prSet/>
      <dgm:spPr/>
      <dgm:t>
        <a:bodyPr/>
        <a:lstStyle/>
        <a:p>
          <a:endParaRPr lang="fr-CI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B77B65D-EFC5-4089-B683-20EC5BF098B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fr-CI" dirty="0">
              <a:latin typeface="Arial" panose="020B0604020202020204" pitchFamily="34" charset="0"/>
              <a:cs typeface="Arial" panose="020B0604020202020204" pitchFamily="34" charset="0"/>
            </a:rPr>
            <a:t>Objectifs :</a:t>
          </a:r>
        </a:p>
      </dgm:t>
    </dgm:pt>
    <dgm:pt modelId="{8E2DD106-797D-4A66-BCF3-DD16EE5C8B81}" type="parTrans" cxnId="{C46BE048-2808-451A-A501-C9E058B9246B}">
      <dgm:prSet/>
      <dgm:spPr/>
      <dgm:t>
        <a:bodyPr/>
        <a:lstStyle/>
        <a:p>
          <a:endParaRPr lang="fr-CI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15FDD00-E1D9-4C1A-8E88-C29F0A927788}" type="sibTrans" cxnId="{C46BE048-2808-451A-A501-C9E058B9246B}">
      <dgm:prSet/>
      <dgm:spPr/>
      <dgm:t>
        <a:bodyPr/>
        <a:lstStyle/>
        <a:p>
          <a:endParaRPr lang="fr-CI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EA7658C-C2EE-45C4-97F1-E39D38CF2EC3}">
      <dgm:prSet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fr-FR" dirty="0">
              <a:latin typeface="Arial" panose="020B0604020202020204" pitchFamily="34" charset="0"/>
              <a:cs typeface="Arial" panose="020B0604020202020204" pitchFamily="34" charset="0"/>
            </a:rPr>
            <a:t>Remonter les premiers enseignements dès la semaine suivante,</a:t>
          </a:r>
        </a:p>
      </dgm:t>
    </dgm:pt>
    <dgm:pt modelId="{084B1FCC-1B43-4ABD-B124-52AE9948CE69}" type="parTrans" cxnId="{9902CFE2-ACD6-45B9-87A1-1B3071F1F6DC}">
      <dgm:prSet/>
      <dgm:spPr/>
      <dgm:t>
        <a:bodyPr/>
        <a:lstStyle/>
        <a:p>
          <a:endParaRPr lang="fr-CI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0884BCB-0DE5-442F-8282-3D49430427D2}" type="sibTrans" cxnId="{9902CFE2-ACD6-45B9-87A1-1B3071F1F6DC}">
      <dgm:prSet/>
      <dgm:spPr/>
      <dgm:t>
        <a:bodyPr/>
        <a:lstStyle/>
        <a:p>
          <a:endParaRPr lang="fr-CI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3BC9B97-687F-43C7-9BD6-88D8B3FD2539}">
      <dgm:prSet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fr-FR" dirty="0">
              <a:latin typeface="Arial" panose="020B0604020202020204" pitchFamily="34" charset="0"/>
              <a:cs typeface="Arial" panose="020B0604020202020204" pitchFamily="34" charset="0"/>
            </a:rPr>
            <a:t>Engager rapidement les échanges avec la direction,</a:t>
          </a:r>
        </a:p>
      </dgm:t>
    </dgm:pt>
    <dgm:pt modelId="{D692D602-6B77-4188-9B0E-A8726751CB8B}" type="parTrans" cxnId="{01592B71-8548-4242-9AE2-598486BA075B}">
      <dgm:prSet/>
      <dgm:spPr/>
      <dgm:t>
        <a:bodyPr/>
        <a:lstStyle/>
        <a:p>
          <a:endParaRPr lang="fr-CI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7D66556-AA12-404A-9C6F-D031076F397E}" type="sibTrans" cxnId="{01592B71-8548-4242-9AE2-598486BA075B}">
      <dgm:prSet/>
      <dgm:spPr/>
      <dgm:t>
        <a:bodyPr/>
        <a:lstStyle/>
        <a:p>
          <a:endParaRPr lang="fr-CI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696392A-CE1B-4255-B902-1BFC77BF18AB}">
      <dgm:prSet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fr-FR" dirty="0">
              <a:latin typeface="Arial" panose="020B0604020202020204" pitchFamily="34" charset="0"/>
              <a:cs typeface="Arial" panose="020B0604020202020204" pitchFamily="34" charset="0"/>
            </a:rPr>
            <a:t>Débattre ensemble de ce que traduisent les ratios.</a:t>
          </a:r>
        </a:p>
      </dgm:t>
    </dgm:pt>
    <dgm:pt modelId="{D3752FF5-B7F4-4EED-934C-7290FF3C569C}" type="parTrans" cxnId="{9BDDA062-0B56-477F-B609-0596888BF2A5}">
      <dgm:prSet/>
      <dgm:spPr/>
      <dgm:t>
        <a:bodyPr/>
        <a:lstStyle/>
        <a:p>
          <a:endParaRPr lang="fr-CI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97420CE-4711-4CE0-A9EB-912394808411}" type="sibTrans" cxnId="{9BDDA062-0B56-477F-B609-0596888BF2A5}">
      <dgm:prSet/>
      <dgm:spPr/>
      <dgm:t>
        <a:bodyPr/>
        <a:lstStyle/>
        <a:p>
          <a:endParaRPr lang="fr-CI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9CAE64A-7D93-4A8B-8267-668E701BFBBB}">
      <dgm:prSet/>
      <dgm:spPr/>
      <dgm:t>
        <a:bodyPr/>
        <a:lstStyle/>
        <a:p>
          <a:pPr>
            <a:buNone/>
          </a:pPr>
          <a:r>
            <a:rPr lang="fr-CI" b="1">
              <a:latin typeface="Arial" panose="020B0604020202020204" pitchFamily="34" charset="0"/>
              <a:cs typeface="Arial" panose="020B0604020202020204" pitchFamily="34" charset="0"/>
            </a:rPr>
            <a:t>Engagements du FPPN</a:t>
          </a:r>
        </a:p>
      </dgm:t>
    </dgm:pt>
    <dgm:pt modelId="{BF2123DC-FBE1-4902-8D6D-31F8F4C49268}" type="parTrans" cxnId="{93B65575-E809-4976-89AD-C3C161C74D87}">
      <dgm:prSet/>
      <dgm:spPr/>
      <dgm:t>
        <a:bodyPr/>
        <a:lstStyle/>
        <a:p>
          <a:endParaRPr lang="fr-CI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8AB40F7-25A7-42B5-ABA9-08147E024155}" type="sibTrans" cxnId="{93B65575-E809-4976-89AD-C3C161C74D87}">
      <dgm:prSet/>
      <dgm:spPr/>
      <dgm:t>
        <a:bodyPr/>
        <a:lstStyle/>
        <a:p>
          <a:endParaRPr lang="fr-CI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648B7FF-94D4-4678-8E92-599E96ED954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fr-FR" dirty="0">
              <a:latin typeface="Arial" panose="020B0604020202020204" pitchFamily="34" charset="0"/>
              <a:cs typeface="Arial" panose="020B0604020202020204" pitchFamily="34" charset="0"/>
            </a:rPr>
            <a:t>Pleine disponibilité des équipes ; le Président propose d’intervenir en cas de blocage.</a:t>
          </a:r>
        </a:p>
      </dgm:t>
    </dgm:pt>
    <dgm:pt modelId="{85639194-A551-4C09-84FF-1B470AF68C5C}" type="parTrans" cxnId="{375632FB-FDB1-4758-8440-EC6ECDD095C1}">
      <dgm:prSet/>
      <dgm:spPr/>
      <dgm:t>
        <a:bodyPr/>
        <a:lstStyle/>
        <a:p>
          <a:endParaRPr lang="fr-CI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5AB037F-6F26-40B2-9558-D9D6151485E2}" type="sibTrans" cxnId="{375632FB-FDB1-4758-8440-EC6ECDD095C1}">
      <dgm:prSet/>
      <dgm:spPr/>
      <dgm:t>
        <a:bodyPr/>
        <a:lstStyle/>
        <a:p>
          <a:endParaRPr lang="fr-CI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BAE323F-1598-4419-BFCE-ED0D07B4142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fr-FR" dirty="0">
              <a:latin typeface="Arial" panose="020B0604020202020204" pitchFamily="34" charset="0"/>
              <a:cs typeface="Arial" panose="020B0604020202020204" pitchFamily="34" charset="0"/>
            </a:rPr>
            <a:t>Mise à disposition d’une salle fermée à clé pour l’équipe.</a:t>
          </a:r>
        </a:p>
      </dgm:t>
    </dgm:pt>
    <dgm:pt modelId="{39B63E2B-738F-404E-B051-149AAE6EF90A}" type="parTrans" cxnId="{0D2A2800-C812-404E-A70A-4B6EED4E7AF2}">
      <dgm:prSet/>
      <dgm:spPr/>
      <dgm:t>
        <a:bodyPr/>
        <a:lstStyle/>
        <a:p>
          <a:endParaRPr lang="fr-CI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BD3EEC2-DFAB-4E8D-9180-E801ED44AE09}" type="sibTrans" cxnId="{0D2A2800-C812-404E-A70A-4B6EED4E7AF2}">
      <dgm:prSet/>
      <dgm:spPr/>
      <dgm:t>
        <a:bodyPr/>
        <a:lstStyle/>
        <a:p>
          <a:endParaRPr lang="fr-CI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E9E5141-AC32-4F4A-BAEC-7BB41A3C2B4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fr-FR" dirty="0">
              <a:latin typeface="Arial" panose="020B0604020202020204" pitchFamily="34" charset="0"/>
              <a:cs typeface="Arial" panose="020B0604020202020204" pitchFamily="34" charset="0"/>
            </a:rPr>
            <a:t>Documents fournis en partie au format papier.</a:t>
          </a:r>
        </a:p>
      </dgm:t>
    </dgm:pt>
    <dgm:pt modelId="{B3335D05-ACF2-448B-8C45-CC571A7603FE}" type="parTrans" cxnId="{EA0420D9-0113-4FA6-9A31-C82A51AD4410}">
      <dgm:prSet/>
      <dgm:spPr/>
      <dgm:t>
        <a:bodyPr/>
        <a:lstStyle/>
        <a:p>
          <a:endParaRPr lang="fr-CI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7BB9EBF-C4DB-4AB0-8CBA-B5D5E9F1AD37}" type="sibTrans" cxnId="{EA0420D9-0113-4FA6-9A31-C82A51AD4410}">
      <dgm:prSet/>
      <dgm:spPr/>
      <dgm:t>
        <a:bodyPr/>
        <a:lstStyle/>
        <a:p>
          <a:endParaRPr lang="fr-CI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CEE9608-AFEF-429C-8760-202E56ADF61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fr-FR" dirty="0">
              <a:latin typeface="Arial" panose="020B0604020202020204" pitchFamily="34" charset="0"/>
              <a:cs typeface="Arial" panose="020B0604020202020204" pitchFamily="34" charset="0"/>
            </a:rPr>
            <a:t>Désignation de points focaux pour fluidifier les échanges.</a:t>
          </a:r>
        </a:p>
      </dgm:t>
    </dgm:pt>
    <dgm:pt modelId="{A7ED21B0-5552-43A4-BC19-C7243653EA77}" type="parTrans" cxnId="{FC3B8F6E-0816-4C5D-84FC-6499EC1F166B}">
      <dgm:prSet/>
      <dgm:spPr/>
      <dgm:t>
        <a:bodyPr/>
        <a:lstStyle/>
        <a:p>
          <a:endParaRPr lang="fr-CI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865648D-7519-43BD-891D-C0AFEA5FCBAF}" type="sibTrans" cxnId="{FC3B8F6E-0816-4C5D-84FC-6499EC1F166B}">
      <dgm:prSet/>
      <dgm:spPr/>
      <dgm:t>
        <a:bodyPr/>
        <a:lstStyle/>
        <a:p>
          <a:endParaRPr lang="fr-CI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C8F551F-739F-47C1-BE99-BA926241087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fr-FR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348D364-D250-4681-B179-A806C227E648}" type="parTrans" cxnId="{48A42368-92C8-441A-A682-3281004E7156}">
      <dgm:prSet/>
      <dgm:spPr/>
      <dgm:t>
        <a:bodyPr/>
        <a:lstStyle/>
        <a:p>
          <a:endParaRPr lang="fr-CI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E843F41-BED4-4371-B832-B2A745DE2C44}" type="sibTrans" cxnId="{48A42368-92C8-441A-A682-3281004E7156}">
      <dgm:prSet/>
      <dgm:spPr/>
      <dgm:t>
        <a:bodyPr/>
        <a:lstStyle/>
        <a:p>
          <a:endParaRPr lang="fr-CI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4E93E22-9C0B-4A32-BCB6-2954EF0D13F3}">
      <dgm:prSet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endParaRPr lang="fr-FR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B2B501E-FA3A-43F0-BC5A-C691398F3D80}" type="parTrans" cxnId="{A94669F5-831B-47C0-BB7B-3A14951AC878}">
      <dgm:prSet/>
      <dgm:spPr/>
      <dgm:t>
        <a:bodyPr/>
        <a:lstStyle/>
        <a:p>
          <a:endParaRPr lang="fr-CI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7728A27-C0AA-4FF1-AF01-81C024EEC494}" type="sibTrans" cxnId="{A94669F5-831B-47C0-BB7B-3A14951AC878}">
      <dgm:prSet/>
      <dgm:spPr/>
      <dgm:t>
        <a:bodyPr/>
        <a:lstStyle/>
        <a:p>
          <a:endParaRPr lang="fr-CI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66AF87C-6C8A-42C9-B00C-4E7AA7493B6D}">
      <dgm:prSet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fr-FR" b="1" dirty="0">
              <a:latin typeface="Arial" panose="020B0604020202020204" pitchFamily="34" charset="0"/>
              <a:cs typeface="Arial" panose="020B0604020202020204" pitchFamily="34" charset="0"/>
            </a:rPr>
            <a:t>Niveau de digitalisation</a:t>
          </a:r>
        </a:p>
      </dgm:t>
    </dgm:pt>
    <dgm:pt modelId="{EB6FF012-4DB6-4989-B6AC-AA9F5021BEF9}" type="parTrans" cxnId="{576BE7D8-F380-4E37-B873-F25475C70443}">
      <dgm:prSet/>
      <dgm:spPr/>
      <dgm:t>
        <a:bodyPr/>
        <a:lstStyle/>
        <a:p>
          <a:endParaRPr lang="fr-CI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3B64474-E7AD-46AE-AA67-4DAE35D17E97}" type="sibTrans" cxnId="{576BE7D8-F380-4E37-B873-F25475C70443}">
      <dgm:prSet/>
      <dgm:spPr/>
      <dgm:t>
        <a:bodyPr/>
        <a:lstStyle/>
        <a:p>
          <a:endParaRPr lang="fr-CI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E8C3F71-96D2-422C-8999-4171F73C7A1A}">
      <dgm:prSet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fr-FR" b="1" dirty="0">
              <a:latin typeface="Arial" panose="020B0604020202020204" pitchFamily="34" charset="0"/>
              <a:cs typeface="Arial" panose="020B0604020202020204" pitchFamily="34" charset="0"/>
            </a:rPr>
            <a:t>Prestations et grands ratios</a:t>
          </a:r>
        </a:p>
      </dgm:t>
    </dgm:pt>
    <dgm:pt modelId="{8E6AF7E8-13AE-446B-A2D0-4297801C6BCC}" type="parTrans" cxnId="{261E85FA-08E7-4DDF-80DC-4AFDB256EF17}">
      <dgm:prSet/>
      <dgm:spPr/>
      <dgm:t>
        <a:bodyPr/>
        <a:lstStyle/>
        <a:p>
          <a:endParaRPr lang="fr-CI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2D19875-41C0-4821-8CD3-60A201B7A334}" type="sibTrans" cxnId="{261E85FA-08E7-4DDF-80DC-4AFDB256EF17}">
      <dgm:prSet/>
      <dgm:spPr/>
      <dgm:t>
        <a:bodyPr/>
        <a:lstStyle/>
        <a:p>
          <a:endParaRPr lang="fr-CI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75E38B3-2FCF-4742-A93F-CC960E0B1FD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fr-FR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FCBE05D-2D10-4AA1-8282-F540864D83EB}" type="parTrans" cxnId="{25505A70-0C83-444B-873E-A47B55672D4E}">
      <dgm:prSet/>
      <dgm:spPr/>
      <dgm:t>
        <a:bodyPr/>
        <a:lstStyle/>
        <a:p>
          <a:endParaRPr lang="fr-CI"/>
        </a:p>
      </dgm:t>
    </dgm:pt>
    <dgm:pt modelId="{F290E7DA-2113-4EAC-B3CD-0A939102145C}" type="sibTrans" cxnId="{25505A70-0C83-444B-873E-A47B55672D4E}">
      <dgm:prSet/>
      <dgm:spPr/>
      <dgm:t>
        <a:bodyPr/>
        <a:lstStyle/>
        <a:p>
          <a:endParaRPr lang="fr-CI"/>
        </a:p>
      </dgm:t>
    </dgm:pt>
    <dgm:pt modelId="{F4FA288E-36C6-441F-A5D3-86471C77E10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fr-FR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E960080-4E8C-4BA7-8F76-73870635008A}" type="parTrans" cxnId="{7546D88B-2E6D-47AD-9985-017E9DC266D8}">
      <dgm:prSet/>
      <dgm:spPr/>
      <dgm:t>
        <a:bodyPr/>
        <a:lstStyle/>
        <a:p>
          <a:endParaRPr lang="fr-CI"/>
        </a:p>
      </dgm:t>
    </dgm:pt>
    <dgm:pt modelId="{5AE204A6-D30E-424D-BE44-01B4906D7A4D}" type="sibTrans" cxnId="{7546D88B-2E6D-47AD-9985-017E9DC266D8}">
      <dgm:prSet/>
      <dgm:spPr/>
      <dgm:t>
        <a:bodyPr/>
        <a:lstStyle/>
        <a:p>
          <a:endParaRPr lang="fr-CI"/>
        </a:p>
      </dgm:t>
    </dgm:pt>
    <dgm:pt modelId="{69390D7F-593A-439D-94C3-98F1EF545E1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fr-FR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7E72F71-7F03-4E67-B15E-0C0864EDE33F}" type="parTrans" cxnId="{309F337F-CE8F-4CA6-8879-0A5CAB726EFC}">
      <dgm:prSet/>
      <dgm:spPr/>
      <dgm:t>
        <a:bodyPr/>
        <a:lstStyle/>
        <a:p>
          <a:endParaRPr lang="fr-CI"/>
        </a:p>
      </dgm:t>
    </dgm:pt>
    <dgm:pt modelId="{173E64DD-F5EE-40A8-B46E-37C634F44935}" type="sibTrans" cxnId="{309F337F-CE8F-4CA6-8879-0A5CAB726EFC}">
      <dgm:prSet/>
      <dgm:spPr/>
      <dgm:t>
        <a:bodyPr/>
        <a:lstStyle/>
        <a:p>
          <a:endParaRPr lang="fr-CI"/>
        </a:p>
      </dgm:t>
    </dgm:pt>
    <dgm:pt modelId="{50E17F3E-DD79-4AF5-90B7-A173A66D7374}" type="pres">
      <dgm:prSet presAssocID="{1653D911-DF33-411D-B280-F6A8B2957636}" presName="Name0" presStyleCnt="0">
        <dgm:presLayoutVars>
          <dgm:dir/>
          <dgm:animLvl val="lvl"/>
          <dgm:resizeHandles val="exact"/>
        </dgm:presLayoutVars>
      </dgm:prSet>
      <dgm:spPr/>
    </dgm:pt>
    <dgm:pt modelId="{A2DF7171-FFCE-4F4B-BD0A-EBA29B621519}" type="pres">
      <dgm:prSet presAssocID="{C753AE54-7589-46E0-8C88-660FA98ED130}" presName="composite" presStyleCnt="0"/>
      <dgm:spPr/>
    </dgm:pt>
    <dgm:pt modelId="{5B7B8DC7-604A-4659-A347-7707949EA919}" type="pres">
      <dgm:prSet presAssocID="{C753AE54-7589-46E0-8C88-660FA98ED130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0DB35DE1-C1EA-45E3-87E3-F3E45FEA6920}" type="pres">
      <dgm:prSet presAssocID="{C753AE54-7589-46E0-8C88-660FA98ED130}" presName="desTx" presStyleLbl="alignAccFollowNode1" presStyleIdx="0" presStyleCnt="2">
        <dgm:presLayoutVars>
          <dgm:bulletEnabled val="1"/>
        </dgm:presLayoutVars>
      </dgm:prSet>
      <dgm:spPr/>
    </dgm:pt>
    <dgm:pt modelId="{43853462-9B90-4EF1-B9B4-0A9EEE84F2EE}" type="pres">
      <dgm:prSet presAssocID="{5E4B13F3-9F28-4A8A-9AAD-D5BDA6A3DAFB}" presName="space" presStyleCnt="0"/>
      <dgm:spPr/>
    </dgm:pt>
    <dgm:pt modelId="{F0E91BE0-49D5-4DC7-81B3-F8785C464DE0}" type="pres">
      <dgm:prSet presAssocID="{49CAE64A-7D93-4A8B-8267-668E701BFBBB}" presName="composite" presStyleCnt="0"/>
      <dgm:spPr/>
    </dgm:pt>
    <dgm:pt modelId="{F8B49626-16C9-4962-853B-A50F80319A3D}" type="pres">
      <dgm:prSet presAssocID="{49CAE64A-7D93-4A8B-8267-668E701BFBBB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9725D38F-3BD1-4F3E-9120-4D7D66154816}" type="pres">
      <dgm:prSet presAssocID="{49CAE64A-7D93-4A8B-8267-668E701BFBBB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0D2A2800-C812-404E-A70A-4B6EED4E7AF2}" srcId="{49CAE64A-7D93-4A8B-8267-668E701BFBBB}" destId="{5BAE323F-1598-4419-BFCE-ED0D07B4142D}" srcOrd="2" destOrd="0" parTransId="{39B63E2B-738F-404E-B051-149AAE6EF90A}" sibTransId="{6BD3EEC2-DFAB-4E8D-9180-E801ED44AE09}"/>
    <dgm:cxn modelId="{95975116-0CB0-4CA2-A694-ACC991FF6901}" type="presOf" srcId="{9EA7658C-C2EE-45C4-97F1-E39D38CF2EC3}" destId="{0DB35DE1-C1EA-45E3-87E3-F3E45FEA6920}" srcOrd="0" destOrd="10" presId="urn:microsoft.com/office/officeart/2005/8/layout/hList1"/>
    <dgm:cxn modelId="{8F67411E-5268-48C2-9A84-FC509904984F}" type="presOf" srcId="{F4FA288E-36C6-441F-A5D3-86471C77E10F}" destId="{9725D38F-3BD1-4F3E-9120-4D7D66154816}" srcOrd="0" destOrd="3" presId="urn:microsoft.com/office/officeart/2005/8/layout/hList1"/>
    <dgm:cxn modelId="{14346929-1399-4D64-B036-B219A81BDF46}" type="presOf" srcId="{1B77B65D-EFC5-4089-B683-20EC5BF098BE}" destId="{0DB35DE1-C1EA-45E3-87E3-F3E45FEA6920}" srcOrd="0" destOrd="9" presId="urn:microsoft.com/office/officeart/2005/8/layout/hList1"/>
    <dgm:cxn modelId="{6FA6E832-8BE4-4DCA-84DA-089AB65987A8}" type="presOf" srcId="{69390D7F-593A-439D-94C3-98F1EF545E17}" destId="{9725D38F-3BD1-4F3E-9120-4D7D66154816}" srcOrd="0" destOrd="5" presId="urn:microsoft.com/office/officeart/2005/8/layout/hList1"/>
    <dgm:cxn modelId="{08CC4E3E-3FDE-47E5-86D1-07869A31D9E1}" type="presOf" srcId="{E4883BD7-04FE-4D22-B695-AF5A02561ACB}" destId="{0DB35DE1-C1EA-45E3-87E3-F3E45FEA6920}" srcOrd="0" destOrd="4" presId="urn:microsoft.com/office/officeart/2005/8/layout/hList1"/>
    <dgm:cxn modelId="{9988913E-6144-4ADB-A2CC-49867D3B7B88}" type="presOf" srcId="{F930BD40-3D43-46C4-81BD-8610FC87F8DB}" destId="{0DB35DE1-C1EA-45E3-87E3-F3E45FEA6920}" srcOrd="0" destOrd="3" presId="urn:microsoft.com/office/officeart/2005/8/layout/hList1"/>
    <dgm:cxn modelId="{B90D0661-35ED-4B5D-8625-F0CD5653DEFA}" srcId="{C753AE54-7589-46E0-8C88-660FA98ED130}" destId="{FF58675B-F4CB-4201-8111-B7544A5D3B0C}" srcOrd="2" destOrd="0" parTransId="{C565C9F9-C8E8-47E2-8CFF-53AB748A17B0}" sibTransId="{EE84F95A-8780-4A72-AD6E-8B190F527C57}"/>
    <dgm:cxn modelId="{9BDDA062-0B56-477F-B609-0596888BF2A5}" srcId="{1B77B65D-EFC5-4089-B683-20EC5BF098BE}" destId="{3696392A-CE1B-4255-B902-1BFC77BF18AB}" srcOrd="2" destOrd="0" parTransId="{D3752FF5-B7F4-4EED-934C-7290FF3C569C}" sibTransId="{597420CE-4711-4CE0-A9EB-912394808411}"/>
    <dgm:cxn modelId="{9A39EA65-7FBC-4CD0-BBF4-91A70F6FAC68}" srcId="{1653D911-DF33-411D-B280-F6A8B2957636}" destId="{C753AE54-7589-46E0-8C88-660FA98ED130}" srcOrd="0" destOrd="0" parTransId="{A694E0D6-0051-403A-ACA9-1CCFD0E2830E}" sibTransId="{5E4B13F3-9F28-4A8A-9AAD-D5BDA6A3DAFB}"/>
    <dgm:cxn modelId="{48A42368-92C8-441A-A682-3281004E7156}" srcId="{C753AE54-7589-46E0-8C88-660FA98ED130}" destId="{EC8F551F-739F-47C1-BE99-BA9262410878}" srcOrd="1" destOrd="0" parTransId="{8348D364-D250-4681-B179-A806C227E648}" sibTransId="{CE843F41-BED4-4371-B832-B2A745DE2C44}"/>
    <dgm:cxn modelId="{C46BE048-2808-451A-A501-C9E058B9246B}" srcId="{C753AE54-7589-46E0-8C88-660FA98ED130}" destId="{1B77B65D-EFC5-4089-B683-20EC5BF098BE}" srcOrd="3" destOrd="0" parTransId="{8E2DD106-797D-4A66-BCF3-DD16EE5C8B81}" sibTransId="{815FDD00-E1D9-4C1A-8E88-C29F0A927788}"/>
    <dgm:cxn modelId="{B514704A-EEEC-4334-983E-4D973627FC26}" type="presOf" srcId="{075E38B3-2FCF-4742-A93F-CC960E0B1FDB}" destId="{9725D38F-3BD1-4F3E-9120-4D7D66154816}" srcOrd="0" destOrd="1" presId="urn:microsoft.com/office/officeart/2005/8/layout/hList1"/>
    <dgm:cxn modelId="{FC3B8F6E-0816-4C5D-84FC-6499EC1F166B}" srcId="{49CAE64A-7D93-4A8B-8267-668E701BFBBB}" destId="{DCEE9608-AFEF-429C-8760-202E56ADF610}" srcOrd="6" destOrd="0" parTransId="{A7ED21B0-5552-43A4-BC19-C7243653EA77}" sibTransId="{1865648D-7519-43BD-891D-C0AFEA5FCBAF}"/>
    <dgm:cxn modelId="{DBEE9D4E-D20D-40AF-8A27-51A475076612}" type="presOf" srcId="{776F0F0B-9212-4496-BCAA-C947943B4295}" destId="{0DB35DE1-C1EA-45E3-87E3-F3E45FEA6920}" srcOrd="0" destOrd="7" presId="urn:microsoft.com/office/officeart/2005/8/layout/hList1"/>
    <dgm:cxn modelId="{25505A70-0C83-444B-873E-A47B55672D4E}" srcId="{49CAE64A-7D93-4A8B-8267-668E701BFBBB}" destId="{075E38B3-2FCF-4742-A93F-CC960E0B1FDB}" srcOrd="1" destOrd="0" parTransId="{9FCBE05D-2D10-4AA1-8282-F540864D83EB}" sibTransId="{F290E7DA-2113-4EAC-B3CD-0A939102145C}"/>
    <dgm:cxn modelId="{01592B71-8548-4242-9AE2-598486BA075B}" srcId="{1B77B65D-EFC5-4089-B683-20EC5BF098BE}" destId="{33BC9B97-687F-43C7-9BD6-88D8B3FD2539}" srcOrd="1" destOrd="0" parTransId="{D692D602-6B77-4188-9B0E-A8726751CB8B}" sibTransId="{17D66556-AA12-404A-9C6F-D031076F397E}"/>
    <dgm:cxn modelId="{72A74873-AD29-43A0-9B91-4E75BF577B64}" srcId="{FF58675B-F4CB-4201-8111-B7544A5D3B0C}" destId="{776F0F0B-9212-4496-BCAA-C947943B4295}" srcOrd="4" destOrd="0" parTransId="{7D7D6FDE-CB1C-4117-A1D3-549EB3FC2FED}" sibTransId="{EE5D7850-742B-4B51-B5A6-A0EC67707ECF}"/>
    <dgm:cxn modelId="{93B65575-E809-4976-89AD-C3C161C74D87}" srcId="{1653D911-DF33-411D-B280-F6A8B2957636}" destId="{49CAE64A-7D93-4A8B-8267-668E701BFBBB}" srcOrd="1" destOrd="0" parTransId="{BF2123DC-FBE1-4902-8D6D-31F8F4C49268}" sibTransId="{A8AB40F7-25A7-42B5-ABA9-08147E024155}"/>
    <dgm:cxn modelId="{09889E76-241F-4684-9CCB-82A95C8434C2}" type="presOf" srcId="{FF58675B-F4CB-4201-8111-B7544A5D3B0C}" destId="{0DB35DE1-C1EA-45E3-87E3-F3E45FEA6920}" srcOrd="0" destOrd="2" presId="urn:microsoft.com/office/officeart/2005/8/layout/hList1"/>
    <dgm:cxn modelId="{435AD476-32DA-4760-8E6F-9B6F647431E0}" srcId="{C753AE54-7589-46E0-8C88-660FA98ED130}" destId="{F2706FF3-0D60-45D8-A1D1-B3A42CA9741E}" srcOrd="0" destOrd="0" parTransId="{A350F4CA-05FD-4534-A989-58722D20A815}" sibTransId="{22044BC9-0F17-40C6-8120-0E9556396902}"/>
    <dgm:cxn modelId="{D49BDB76-41A9-4C70-B80E-9A8D5B4C7505}" type="presOf" srcId="{EC8F551F-739F-47C1-BE99-BA9262410878}" destId="{0DB35DE1-C1EA-45E3-87E3-F3E45FEA6920}" srcOrd="0" destOrd="1" presId="urn:microsoft.com/office/officeart/2005/8/layout/hList1"/>
    <dgm:cxn modelId="{309F337F-CE8F-4CA6-8879-0A5CAB726EFC}" srcId="{49CAE64A-7D93-4A8B-8267-668E701BFBBB}" destId="{69390D7F-593A-439D-94C3-98F1EF545E17}" srcOrd="5" destOrd="0" parTransId="{17E72F71-7F03-4E67-B15E-0C0864EDE33F}" sibTransId="{173E64DD-F5EE-40A8-B46E-37C634F44935}"/>
    <dgm:cxn modelId="{3E700682-408E-49AD-AA17-EA2542C088FA}" type="presOf" srcId="{33BC9B97-687F-43C7-9BD6-88D8B3FD2539}" destId="{0DB35DE1-C1EA-45E3-87E3-F3E45FEA6920}" srcOrd="0" destOrd="11" presId="urn:microsoft.com/office/officeart/2005/8/layout/hList1"/>
    <dgm:cxn modelId="{62252884-5DEC-484F-A663-97CA6713122B}" type="presOf" srcId="{3648B7FF-94D4-4678-8E92-599E96ED954A}" destId="{9725D38F-3BD1-4F3E-9120-4D7D66154816}" srcOrd="0" destOrd="0" presId="urn:microsoft.com/office/officeart/2005/8/layout/hList1"/>
    <dgm:cxn modelId="{7546D88B-2E6D-47AD-9985-017E9DC266D8}" srcId="{49CAE64A-7D93-4A8B-8267-668E701BFBBB}" destId="{F4FA288E-36C6-441F-A5D3-86471C77E10F}" srcOrd="3" destOrd="0" parTransId="{8E960080-4E8C-4BA7-8F76-73870635008A}" sibTransId="{5AE204A6-D30E-424D-BE44-01B4906D7A4D}"/>
    <dgm:cxn modelId="{DAB0F093-20B4-475D-90F2-EEA626165646}" type="presOf" srcId="{74E93E22-9C0B-4A32-BCB6-2954EF0D13F3}" destId="{0DB35DE1-C1EA-45E3-87E3-F3E45FEA6920}" srcOrd="0" destOrd="8" presId="urn:microsoft.com/office/officeart/2005/8/layout/hList1"/>
    <dgm:cxn modelId="{EA09F597-ED36-4F6B-A153-741DF479BA33}" type="presOf" srcId="{9E8C3F71-96D2-422C-8999-4171F73C7A1A}" destId="{0DB35DE1-C1EA-45E3-87E3-F3E45FEA6920}" srcOrd="0" destOrd="6" presId="urn:microsoft.com/office/officeart/2005/8/layout/hList1"/>
    <dgm:cxn modelId="{D35322A2-B958-468D-95EA-18D1218B7643}" type="presOf" srcId="{DCEE9608-AFEF-429C-8760-202E56ADF610}" destId="{9725D38F-3BD1-4F3E-9120-4D7D66154816}" srcOrd="0" destOrd="6" presId="urn:microsoft.com/office/officeart/2005/8/layout/hList1"/>
    <dgm:cxn modelId="{47E8F7A5-2B2A-4186-8408-021E0985C0BE}" type="presOf" srcId="{3696392A-CE1B-4255-B902-1BFC77BF18AB}" destId="{0DB35DE1-C1EA-45E3-87E3-F3E45FEA6920}" srcOrd="0" destOrd="12" presId="urn:microsoft.com/office/officeart/2005/8/layout/hList1"/>
    <dgm:cxn modelId="{201B43B5-DD64-4FD1-B1F2-2D83FCA6BBF5}" type="presOf" srcId="{C753AE54-7589-46E0-8C88-660FA98ED130}" destId="{5B7B8DC7-604A-4659-A347-7707949EA919}" srcOrd="0" destOrd="0" presId="urn:microsoft.com/office/officeart/2005/8/layout/hList1"/>
    <dgm:cxn modelId="{016777B7-E6CD-440C-B08A-6436EDC41399}" type="presOf" srcId="{4E9E5141-AC32-4F4A-BAEC-7BB41A3C2B48}" destId="{9725D38F-3BD1-4F3E-9120-4D7D66154816}" srcOrd="0" destOrd="4" presId="urn:microsoft.com/office/officeart/2005/8/layout/hList1"/>
    <dgm:cxn modelId="{2304A1C8-491A-49D9-AE55-3D13953E3B31}" srcId="{FF58675B-F4CB-4201-8111-B7544A5D3B0C}" destId="{E4883BD7-04FE-4D22-B695-AF5A02561ACB}" srcOrd="1" destOrd="0" parTransId="{0E8531FC-33D9-449F-B0A3-B74E6EB36E54}" sibTransId="{8F88B7F7-520C-4385-B34B-D2697C34E4EF}"/>
    <dgm:cxn modelId="{576BE7D8-F380-4E37-B873-F25475C70443}" srcId="{FF58675B-F4CB-4201-8111-B7544A5D3B0C}" destId="{966AF87C-6C8A-42C9-B00C-4E7AA7493B6D}" srcOrd="2" destOrd="0" parTransId="{EB6FF012-4DB6-4989-B6AC-AA9F5021BEF9}" sibTransId="{F3B64474-E7AD-46AE-AA67-4DAE35D17E97}"/>
    <dgm:cxn modelId="{EA0420D9-0113-4FA6-9A31-C82A51AD4410}" srcId="{49CAE64A-7D93-4A8B-8267-668E701BFBBB}" destId="{4E9E5141-AC32-4F4A-BAEC-7BB41A3C2B48}" srcOrd="4" destOrd="0" parTransId="{B3335D05-ACF2-448B-8C45-CC571A7603FE}" sibTransId="{47BB9EBF-C4DB-4AB0-8CBA-B5D5E9F1AD37}"/>
    <dgm:cxn modelId="{9902CFE2-ACD6-45B9-87A1-1B3071F1F6DC}" srcId="{1B77B65D-EFC5-4089-B683-20EC5BF098BE}" destId="{9EA7658C-C2EE-45C4-97F1-E39D38CF2EC3}" srcOrd="0" destOrd="0" parTransId="{084B1FCC-1B43-4ABD-B124-52AE9948CE69}" sibTransId="{00884BCB-0DE5-442F-8282-3D49430427D2}"/>
    <dgm:cxn modelId="{AC48E4EC-881A-421E-9EDE-9BA01B37408F}" type="presOf" srcId="{1653D911-DF33-411D-B280-F6A8B2957636}" destId="{50E17F3E-DD79-4AF5-90B7-A173A66D7374}" srcOrd="0" destOrd="0" presId="urn:microsoft.com/office/officeart/2005/8/layout/hList1"/>
    <dgm:cxn modelId="{3B15E4ED-E10A-456E-95ED-80762CB20365}" type="presOf" srcId="{49CAE64A-7D93-4A8B-8267-668E701BFBBB}" destId="{F8B49626-16C9-4962-853B-A50F80319A3D}" srcOrd="0" destOrd="0" presId="urn:microsoft.com/office/officeart/2005/8/layout/hList1"/>
    <dgm:cxn modelId="{2E07EEF1-5027-4802-B8E1-0109738F6F0D}" type="presOf" srcId="{966AF87C-6C8A-42C9-B00C-4E7AA7493B6D}" destId="{0DB35DE1-C1EA-45E3-87E3-F3E45FEA6920}" srcOrd="0" destOrd="5" presId="urn:microsoft.com/office/officeart/2005/8/layout/hList1"/>
    <dgm:cxn modelId="{709512F3-CB4F-4A6A-AC51-BE8C1476F9C7}" type="presOf" srcId="{F2706FF3-0D60-45D8-A1D1-B3A42CA9741E}" destId="{0DB35DE1-C1EA-45E3-87E3-F3E45FEA6920}" srcOrd="0" destOrd="0" presId="urn:microsoft.com/office/officeart/2005/8/layout/hList1"/>
    <dgm:cxn modelId="{A94669F5-831B-47C0-BB7B-3A14951AC878}" srcId="{FF58675B-F4CB-4201-8111-B7544A5D3B0C}" destId="{74E93E22-9C0B-4A32-BCB6-2954EF0D13F3}" srcOrd="5" destOrd="0" parTransId="{AB2B501E-FA3A-43F0-BC5A-C691398F3D80}" sibTransId="{87728A27-C0AA-4FF1-AF01-81C024EEC494}"/>
    <dgm:cxn modelId="{5CDA27F7-CE31-4DF7-93D2-2B1B4BEB0E12}" srcId="{FF58675B-F4CB-4201-8111-B7544A5D3B0C}" destId="{F930BD40-3D43-46C4-81BD-8610FC87F8DB}" srcOrd="0" destOrd="0" parTransId="{49B0D19B-AE34-43F3-A2BB-09289B4E8F1A}" sibTransId="{9F0F8FBF-B9AB-4593-82D4-8A44E7A7DDFC}"/>
    <dgm:cxn modelId="{261E85FA-08E7-4DDF-80DC-4AFDB256EF17}" srcId="{FF58675B-F4CB-4201-8111-B7544A5D3B0C}" destId="{9E8C3F71-96D2-422C-8999-4171F73C7A1A}" srcOrd="3" destOrd="0" parTransId="{8E6AF7E8-13AE-446B-A2D0-4297801C6BCC}" sibTransId="{B2D19875-41C0-4821-8CD3-60A201B7A334}"/>
    <dgm:cxn modelId="{375632FB-FDB1-4758-8440-EC6ECDD095C1}" srcId="{49CAE64A-7D93-4A8B-8267-668E701BFBBB}" destId="{3648B7FF-94D4-4678-8E92-599E96ED954A}" srcOrd="0" destOrd="0" parTransId="{85639194-A551-4C09-84FF-1B470AF68C5C}" sibTransId="{05AB037F-6F26-40B2-9558-D9D6151485E2}"/>
    <dgm:cxn modelId="{33B939FB-42F0-4F88-A842-BB236C1B7531}" type="presOf" srcId="{5BAE323F-1598-4419-BFCE-ED0D07B4142D}" destId="{9725D38F-3BD1-4F3E-9120-4D7D66154816}" srcOrd="0" destOrd="2" presId="urn:microsoft.com/office/officeart/2005/8/layout/hList1"/>
    <dgm:cxn modelId="{556D95C1-9A82-4E15-8209-5D704447B280}" type="presParOf" srcId="{50E17F3E-DD79-4AF5-90B7-A173A66D7374}" destId="{A2DF7171-FFCE-4F4B-BD0A-EBA29B621519}" srcOrd="0" destOrd="0" presId="urn:microsoft.com/office/officeart/2005/8/layout/hList1"/>
    <dgm:cxn modelId="{C3E9AD97-D8AA-452D-880D-5300750DE693}" type="presParOf" srcId="{A2DF7171-FFCE-4F4B-BD0A-EBA29B621519}" destId="{5B7B8DC7-604A-4659-A347-7707949EA919}" srcOrd="0" destOrd="0" presId="urn:microsoft.com/office/officeart/2005/8/layout/hList1"/>
    <dgm:cxn modelId="{F5136D1A-7922-4689-A844-87FCD0A6EE6E}" type="presParOf" srcId="{A2DF7171-FFCE-4F4B-BD0A-EBA29B621519}" destId="{0DB35DE1-C1EA-45E3-87E3-F3E45FEA6920}" srcOrd="1" destOrd="0" presId="urn:microsoft.com/office/officeart/2005/8/layout/hList1"/>
    <dgm:cxn modelId="{134B6865-A6DA-48A1-A9CF-899FA74B9593}" type="presParOf" srcId="{50E17F3E-DD79-4AF5-90B7-A173A66D7374}" destId="{43853462-9B90-4EF1-B9B4-0A9EEE84F2EE}" srcOrd="1" destOrd="0" presId="urn:microsoft.com/office/officeart/2005/8/layout/hList1"/>
    <dgm:cxn modelId="{B1058F13-C698-42B3-9148-ADE5572A3A05}" type="presParOf" srcId="{50E17F3E-DD79-4AF5-90B7-A173A66D7374}" destId="{F0E91BE0-49D5-4DC7-81B3-F8785C464DE0}" srcOrd="2" destOrd="0" presId="urn:microsoft.com/office/officeart/2005/8/layout/hList1"/>
    <dgm:cxn modelId="{D5EC1052-17FF-460C-93E4-5D035DB9FE01}" type="presParOf" srcId="{F0E91BE0-49D5-4DC7-81B3-F8785C464DE0}" destId="{F8B49626-16C9-4962-853B-A50F80319A3D}" srcOrd="0" destOrd="0" presId="urn:microsoft.com/office/officeart/2005/8/layout/hList1"/>
    <dgm:cxn modelId="{3110BD5F-98BB-48DC-ADE6-AB9EE2BD018F}" type="presParOf" srcId="{F0E91BE0-49D5-4DC7-81B3-F8785C464DE0}" destId="{9725D38F-3BD1-4F3E-9120-4D7D66154816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9C2DEFD-5126-4FDD-A940-CC53995A8413}" type="doc">
      <dgm:prSet loTypeId="urn:microsoft.com/office/officeart/2005/8/layout/hProcess9" loCatId="process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fr-CI"/>
        </a:p>
      </dgm:t>
    </dgm:pt>
    <dgm:pt modelId="{7813E801-B06B-44B1-9BAA-7E8976EDE169}">
      <dgm:prSet phldrT="[Texte]"/>
      <dgm:spPr/>
      <dgm:t>
        <a:bodyPr/>
        <a:lstStyle/>
        <a:p>
          <a:pPr>
            <a:buNone/>
          </a:pPr>
          <a:r>
            <a:rPr lang="fr-FR" dirty="0"/>
            <a:t>Transmettre l’organigramme (FPPN)</a:t>
          </a:r>
          <a:endParaRPr lang="fr-CI" dirty="0"/>
        </a:p>
      </dgm:t>
    </dgm:pt>
    <dgm:pt modelId="{6E714F34-1660-46A2-AA6F-52F0E711B32B}" type="parTrans" cxnId="{0484F5DD-6D47-4FC1-B8F9-68022BEC73B5}">
      <dgm:prSet/>
      <dgm:spPr/>
      <dgm:t>
        <a:bodyPr/>
        <a:lstStyle/>
        <a:p>
          <a:endParaRPr lang="fr-CI"/>
        </a:p>
      </dgm:t>
    </dgm:pt>
    <dgm:pt modelId="{B8EF0DDB-C59D-4ABF-A769-6B87B3E9FD6C}" type="sibTrans" cxnId="{0484F5DD-6D47-4FC1-B8F9-68022BEC73B5}">
      <dgm:prSet/>
      <dgm:spPr/>
      <dgm:t>
        <a:bodyPr/>
        <a:lstStyle/>
        <a:p>
          <a:endParaRPr lang="fr-CI"/>
        </a:p>
      </dgm:t>
    </dgm:pt>
    <dgm:pt modelId="{9D9237E4-32C7-462C-B7E1-F04DAC04187E}">
      <dgm:prSet/>
      <dgm:spPr/>
      <dgm:t>
        <a:bodyPr/>
        <a:lstStyle/>
        <a:p>
          <a:pPr>
            <a:buNone/>
          </a:pPr>
          <a:r>
            <a:rPr lang="fr-FR"/>
            <a:t>Envoyer la liste des personnes à rencontrer et des documents (Adenka)</a:t>
          </a:r>
          <a:endParaRPr lang="fr-FR" dirty="0"/>
        </a:p>
      </dgm:t>
    </dgm:pt>
    <dgm:pt modelId="{CCCE27CC-1B22-480E-AEC7-C44B9E9D4674}" type="parTrans" cxnId="{BAB394D6-E621-4671-BA35-E9C476A36E36}">
      <dgm:prSet/>
      <dgm:spPr/>
      <dgm:t>
        <a:bodyPr/>
        <a:lstStyle/>
        <a:p>
          <a:endParaRPr lang="fr-CI"/>
        </a:p>
      </dgm:t>
    </dgm:pt>
    <dgm:pt modelId="{9B4BDDE1-5471-40F8-BD88-00DA4C4F2EC0}" type="sibTrans" cxnId="{BAB394D6-E621-4671-BA35-E9C476A36E36}">
      <dgm:prSet/>
      <dgm:spPr/>
      <dgm:t>
        <a:bodyPr/>
        <a:lstStyle/>
        <a:p>
          <a:endParaRPr lang="fr-CI"/>
        </a:p>
      </dgm:t>
    </dgm:pt>
    <dgm:pt modelId="{C14B5BA3-3FD9-42BA-AC3C-FCF5161148C8}">
      <dgm:prSet/>
      <dgm:spPr/>
      <dgm:t>
        <a:bodyPr/>
        <a:lstStyle/>
        <a:p>
          <a:pPr>
            <a:buNone/>
          </a:pPr>
          <a:r>
            <a:rPr lang="fr-FR"/>
            <a:t>Désigner les points focaux (FPPN)</a:t>
          </a:r>
          <a:endParaRPr lang="fr-FR" dirty="0"/>
        </a:p>
      </dgm:t>
    </dgm:pt>
    <dgm:pt modelId="{C41849AF-7BF6-490A-BDB1-97E091658349}" type="parTrans" cxnId="{D73D709D-0D49-433F-A8A5-F25B978E5D43}">
      <dgm:prSet/>
      <dgm:spPr/>
      <dgm:t>
        <a:bodyPr/>
        <a:lstStyle/>
        <a:p>
          <a:endParaRPr lang="fr-CI"/>
        </a:p>
      </dgm:t>
    </dgm:pt>
    <dgm:pt modelId="{E8971CCA-EDB3-46DE-81AC-CB1BD97FFDEA}" type="sibTrans" cxnId="{D73D709D-0D49-433F-A8A5-F25B978E5D43}">
      <dgm:prSet/>
      <dgm:spPr/>
      <dgm:t>
        <a:bodyPr/>
        <a:lstStyle/>
        <a:p>
          <a:endParaRPr lang="fr-CI"/>
        </a:p>
      </dgm:t>
    </dgm:pt>
    <dgm:pt modelId="{C91FC75E-BEBA-4922-A083-91C0599627EB}">
      <dgm:prSet/>
      <dgm:spPr/>
      <dgm:t>
        <a:bodyPr/>
        <a:lstStyle/>
        <a:p>
          <a:pPr>
            <a:buNone/>
          </a:pPr>
          <a:r>
            <a:rPr lang="fr-FR"/>
            <a:t>Ouvrir la plateforme documentaire et les accès</a:t>
          </a:r>
          <a:endParaRPr lang="fr-FR" dirty="0"/>
        </a:p>
      </dgm:t>
    </dgm:pt>
    <dgm:pt modelId="{F222E3FE-BB93-4CED-B5CF-521F210CCD47}" type="parTrans" cxnId="{81692C46-FCFA-4828-B527-411DBFC8C058}">
      <dgm:prSet/>
      <dgm:spPr/>
      <dgm:t>
        <a:bodyPr/>
        <a:lstStyle/>
        <a:p>
          <a:endParaRPr lang="fr-CI"/>
        </a:p>
      </dgm:t>
    </dgm:pt>
    <dgm:pt modelId="{6DEFF97A-4899-41D7-9E37-3C634C6A04EF}" type="sibTrans" cxnId="{81692C46-FCFA-4828-B527-411DBFC8C058}">
      <dgm:prSet/>
      <dgm:spPr/>
      <dgm:t>
        <a:bodyPr/>
        <a:lstStyle/>
        <a:p>
          <a:endParaRPr lang="fr-CI"/>
        </a:p>
      </dgm:t>
    </dgm:pt>
    <dgm:pt modelId="{895F2F56-E90F-4A16-B0D4-5259FA11F1AC}">
      <dgm:prSet/>
      <dgm:spPr/>
      <dgm:t>
        <a:bodyPr/>
        <a:lstStyle/>
        <a:p>
          <a:pPr>
            <a:buNone/>
          </a:pPr>
          <a:r>
            <a:rPr lang="fr-FR"/>
            <a:t>Mener les entretiens (30 à 60 min par responsable)</a:t>
          </a:r>
          <a:endParaRPr lang="fr-FR" dirty="0"/>
        </a:p>
      </dgm:t>
    </dgm:pt>
    <dgm:pt modelId="{0A75A403-00BF-495E-8ACD-ED6ACB7BFECB}" type="parTrans" cxnId="{3032145E-4375-4A2F-A60F-3FBB872F11C6}">
      <dgm:prSet/>
      <dgm:spPr/>
      <dgm:t>
        <a:bodyPr/>
        <a:lstStyle/>
        <a:p>
          <a:endParaRPr lang="fr-CI"/>
        </a:p>
      </dgm:t>
    </dgm:pt>
    <dgm:pt modelId="{0FB7DABC-B2B9-472A-B3FE-2549919BA33E}" type="sibTrans" cxnId="{3032145E-4375-4A2F-A60F-3FBB872F11C6}">
      <dgm:prSet/>
      <dgm:spPr/>
      <dgm:t>
        <a:bodyPr/>
        <a:lstStyle/>
        <a:p>
          <a:endParaRPr lang="fr-CI"/>
        </a:p>
      </dgm:t>
    </dgm:pt>
    <dgm:pt modelId="{8C5E8F26-1BCA-4300-9241-6C86E4C30EF8}">
      <dgm:prSet/>
      <dgm:spPr/>
      <dgm:t>
        <a:bodyPr/>
        <a:lstStyle/>
        <a:p>
          <a:pPr>
            <a:buNone/>
          </a:pPr>
          <a:r>
            <a:rPr lang="fr-FR"/>
            <a:t>Transmettre les données d’ici fin octobre</a:t>
          </a:r>
          <a:endParaRPr lang="fr-FR" dirty="0"/>
        </a:p>
      </dgm:t>
    </dgm:pt>
    <dgm:pt modelId="{92E368DC-E1AE-48F7-B393-8F8A9CE0FBF3}" type="parTrans" cxnId="{49CCE746-B8A3-4651-A0B8-9DEDBA217E82}">
      <dgm:prSet/>
      <dgm:spPr/>
      <dgm:t>
        <a:bodyPr/>
        <a:lstStyle/>
        <a:p>
          <a:endParaRPr lang="fr-CI"/>
        </a:p>
      </dgm:t>
    </dgm:pt>
    <dgm:pt modelId="{7E7A9C80-D094-43B6-A4E7-743DC191476B}" type="sibTrans" cxnId="{49CCE746-B8A3-4651-A0B8-9DEDBA217E82}">
      <dgm:prSet/>
      <dgm:spPr/>
      <dgm:t>
        <a:bodyPr/>
        <a:lstStyle/>
        <a:p>
          <a:endParaRPr lang="fr-CI"/>
        </a:p>
      </dgm:t>
    </dgm:pt>
    <dgm:pt modelId="{563C8BC3-E094-4853-BFE3-4D08A125289A}" type="pres">
      <dgm:prSet presAssocID="{E9C2DEFD-5126-4FDD-A940-CC53995A8413}" presName="CompostProcess" presStyleCnt="0">
        <dgm:presLayoutVars>
          <dgm:dir/>
          <dgm:resizeHandles val="exact"/>
        </dgm:presLayoutVars>
      </dgm:prSet>
      <dgm:spPr/>
    </dgm:pt>
    <dgm:pt modelId="{13777DED-FB90-40B8-8BD1-2EC0871874F8}" type="pres">
      <dgm:prSet presAssocID="{E9C2DEFD-5126-4FDD-A940-CC53995A8413}" presName="arrow" presStyleLbl="bgShp" presStyleIdx="0" presStyleCnt="1"/>
      <dgm:spPr/>
    </dgm:pt>
    <dgm:pt modelId="{3C05F52A-9DB9-4A27-9A05-54C36A166858}" type="pres">
      <dgm:prSet presAssocID="{E9C2DEFD-5126-4FDD-A940-CC53995A8413}" presName="linearProcess" presStyleCnt="0"/>
      <dgm:spPr/>
    </dgm:pt>
    <dgm:pt modelId="{77F8ADCB-DADE-433B-A911-856C65C5BF3C}" type="pres">
      <dgm:prSet presAssocID="{7813E801-B06B-44B1-9BAA-7E8976EDE169}" presName="textNode" presStyleLbl="node1" presStyleIdx="0" presStyleCnt="6">
        <dgm:presLayoutVars>
          <dgm:bulletEnabled val="1"/>
        </dgm:presLayoutVars>
      </dgm:prSet>
      <dgm:spPr/>
    </dgm:pt>
    <dgm:pt modelId="{EA05AA2D-E26F-4984-8252-8FC0A73191CB}" type="pres">
      <dgm:prSet presAssocID="{B8EF0DDB-C59D-4ABF-A769-6B87B3E9FD6C}" presName="sibTrans" presStyleCnt="0"/>
      <dgm:spPr/>
    </dgm:pt>
    <dgm:pt modelId="{DDCB3D1C-0023-4B85-87E2-1031A1E8CC9C}" type="pres">
      <dgm:prSet presAssocID="{9D9237E4-32C7-462C-B7E1-F04DAC04187E}" presName="textNode" presStyleLbl="node1" presStyleIdx="1" presStyleCnt="6">
        <dgm:presLayoutVars>
          <dgm:bulletEnabled val="1"/>
        </dgm:presLayoutVars>
      </dgm:prSet>
      <dgm:spPr/>
    </dgm:pt>
    <dgm:pt modelId="{58284059-80F4-4F6F-9AEA-6EE657B8908B}" type="pres">
      <dgm:prSet presAssocID="{9B4BDDE1-5471-40F8-BD88-00DA4C4F2EC0}" presName="sibTrans" presStyleCnt="0"/>
      <dgm:spPr/>
    </dgm:pt>
    <dgm:pt modelId="{E47EBB25-6892-446D-B0E9-AA83D4D4C764}" type="pres">
      <dgm:prSet presAssocID="{C14B5BA3-3FD9-42BA-AC3C-FCF5161148C8}" presName="textNode" presStyleLbl="node1" presStyleIdx="2" presStyleCnt="6">
        <dgm:presLayoutVars>
          <dgm:bulletEnabled val="1"/>
        </dgm:presLayoutVars>
      </dgm:prSet>
      <dgm:spPr/>
    </dgm:pt>
    <dgm:pt modelId="{E2E0D60A-08D2-4946-A7E3-46F2513BDB73}" type="pres">
      <dgm:prSet presAssocID="{E8971CCA-EDB3-46DE-81AC-CB1BD97FFDEA}" presName="sibTrans" presStyleCnt="0"/>
      <dgm:spPr/>
    </dgm:pt>
    <dgm:pt modelId="{1B393197-D110-4FAC-93F3-6FE3A79CE31B}" type="pres">
      <dgm:prSet presAssocID="{C91FC75E-BEBA-4922-A083-91C0599627EB}" presName="textNode" presStyleLbl="node1" presStyleIdx="3" presStyleCnt="6">
        <dgm:presLayoutVars>
          <dgm:bulletEnabled val="1"/>
        </dgm:presLayoutVars>
      </dgm:prSet>
      <dgm:spPr/>
    </dgm:pt>
    <dgm:pt modelId="{0B8D8C19-4BF0-41A4-9B87-377066214271}" type="pres">
      <dgm:prSet presAssocID="{6DEFF97A-4899-41D7-9E37-3C634C6A04EF}" presName="sibTrans" presStyleCnt="0"/>
      <dgm:spPr/>
    </dgm:pt>
    <dgm:pt modelId="{8ECC612B-A223-4698-A021-B5BDF2E98B38}" type="pres">
      <dgm:prSet presAssocID="{895F2F56-E90F-4A16-B0D4-5259FA11F1AC}" presName="textNode" presStyleLbl="node1" presStyleIdx="4" presStyleCnt="6">
        <dgm:presLayoutVars>
          <dgm:bulletEnabled val="1"/>
        </dgm:presLayoutVars>
      </dgm:prSet>
      <dgm:spPr/>
    </dgm:pt>
    <dgm:pt modelId="{621D05D2-5E50-441D-8CC6-9C86C705A0EA}" type="pres">
      <dgm:prSet presAssocID="{0FB7DABC-B2B9-472A-B3FE-2549919BA33E}" presName="sibTrans" presStyleCnt="0"/>
      <dgm:spPr/>
    </dgm:pt>
    <dgm:pt modelId="{7B72E707-FCE4-4B7C-9F60-24698C4121B2}" type="pres">
      <dgm:prSet presAssocID="{8C5E8F26-1BCA-4300-9241-6C86E4C30EF8}" presName="textNode" presStyleLbl="node1" presStyleIdx="5" presStyleCnt="6">
        <dgm:presLayoutVars>
          <dgm:bulletEnabled val="1"/>
        </dgm:presLayoutVars>
      </dgm:prSet>
      <dgm:spPr/>
    </dgm:pt>
  </dgm:ptLst>
  <dgm:cxnLst>
    <dgm:cxn modelId="{2C706C21-D9C0-42B4-A097-C8E66A5F6C07}" type="presOf" srcId="{C14B5BA3-3FD9-42BA-AC3C-FCF5161148C8}" destId="{E47EBB25-6892-446D-B0E9-AA83D4D4C764}" srcOrd="0" destOrd="0" presId="urn:microsoft.com/office/officeart/2005/8/layout/hProcess9"/>
    <dgm:cxn modelId="{A85BCB22-E76F-410E-A6AA-D78FB41FF57B}" type="presOf" srcId="{895F2F56-E90F-4A16-B0D4-5259FA11F1AC}" destId="{8ECC612B-A223-4698-A021-B5BDF2E98B38}" srcOrd="0" destOrd="0" presId="urn:microsoft.com/office/officeart/2005/8/layout/hProcess9"/>
    <dgm:cxn modelId="{3032145E-4375-4A2F-A60F-3FBB872F11C6}" srcId="{E9C2DEFD-5126-4FDD-A940-CC53995A8413}" destId="{895F2F56-E90F-4A16-B0D4-5259FA11F1AC}" srcOrd="4" destOrd="0" parTransId="{0A75A403-00BF-495E-8ACD-ED6ACB7BFECB}" sibTransId="{0FB7DABC-B2B9-472A-B3FE-2549919BA33E}"/>
    <dgm:cxn modelId="{20594765-DA7E-4288-BA58-53F4D003292E}" type="presOf" srcId="{E9C2DEFD-5126-4FDD-A940-CC53995A8413}" destId="{563C8BC3-E094-4853-BFE3-4D08A125289A}" srcOrd="0" destOrd="0" presId="urn:microsoft.com/office/officeart/2005/8/layout/hProcess9"/>
    <dgm:cxn modelId="{81692C46-FCFA-4828-B527-411DBFC8C058}" srcId="{E9C2DEFD-5126-4FDD-A940-CC53995A8413}" destId="{C91FC75E-BEBA-4922-A083-91C0599627EB}" srcOrd="3" destOrd="0" parTransId="{F222E3FE-BB93-4CED-B5CF-521F210CCD47}" sibTransId="{6DEFF97A-4899-41D7-9E37-3C634C6A04EF}"/>
    <dgm:cxn modelId="{49CCE746-B8A3-4651-A0B8-9DEDBA217E82}" srcId="{E9C2DEFD-5126-4FDD-A940-CC53995A8413}" destId="{8C5E8F26-1BCA-4300-9241-6C86E4C30EF8}" srcOrd="5" destOrd="0" parTransId="{92E368DC-E1AE-48F7-B393-8F8A9CE0FBF3}" sibTransId="{7E7A9C80-D094-43B6-A4E7-743DC191476B}"/>
    <dgm:cxn modelId="{777CED66-50B9-4E86-8B87-92B9EDEFC628}" type="presOf" srcId="{9D9237E4-32C7-462C-B7E1-F04DAC04187E}" destId="{DDCB3D1C-0023-4B85-87E2-1031A1E8CC9C}" srcOrd="0" destOrd="0" presId="urn:microsoft.com/office/officeart/2005/8/layout/hProcess9"/>
    <dgm:cxn modelId="{1F861B94-3E37-41F9-BDBA-9C05298E0BE4}" type="presOf" srcId="{7813E801-B06B-44B1-9BAA-7E8976EDE169}" destId="{77F8ADCB-DADE-433B-A911-856C65C5BF3C}" srcOrd="0" destOrd="0" presId="urn:microsoft.com/office/officeart/2005/8/layout/hProcess9"/>
    <dgm:cxn modelId="{D73D709D-0D49-433F-A8A5-F25B978E5D43}" srcId="{E9C2DEFD-5126-4FDD-A940-CC53995A8413}" destId="{C14B5BA3-3FD9-42BA-AC3C-FCF5161148C8}" srcOrd="2" destOrd="0" parTransId="{C41849AF-7BF6-490A-BDB1-97E091658349}" sibTransId="{E8971CCA-EDB3-46DE-81AC-CB1BD97FFDEA}"/>
    <dgm:cxn modelId="{660256A3-6EC3-41DE-9C28-6A770117F044}" type="presOf" srcId="{C91FC75E-BEBA-4922-A083-91C0599627EB}" destId="{1B393197-D110-4FAC-93F3-6FE3A79CE31B}" srcOrd="0" destOrd="0" presId="urn:microsoft.com/office/officeart/2005/8/layout/hProcess9"/>
    <dgm:cxn modelId="{BAB394D6-E621-4671-BA35-E9C476A36E36}" srcId="{E9C2DEFD-5126-4FDD-A940-CC53995A8413}" destId="{9D9237E4-32C7-462C-B7E1-F04DAC04187E}" srcOrd="1" destOrd="0" parTransId="{CCCE27CC-1B22-480E-AEC7-C44B9E9D4674}" sibTransId="{9B4BDDE1-5471-40F8-BD88-00DA4C4F2EC0}"/>
    <dgm:cxn modelId="{0484F5DD-6D47-4FC1-B8F9-68022BEC73B5}" srcId="{E9C2DEFD-5126-4FDD-A940-CC53995A8413}" destId="{7813E801-B06B-44B1-9BAA-7E8976EDE169}" srcOrd="0" destOrd="0" parTransId="{6E714F34-1660-46A2-AA6F-52F0E711B32B}" sibTransId="{B8EF0DDB-C59D-4ABF-A769-6B87B3E9FD6C}"/>
    <dgm:cxn modelId="{0FE132F8-6D20-4B1E-ACD0-62C714D4E400}" type="presOf" srcId="{8C5E8F26-1BCA-4300-9241-6C86E4C30EF8}" destId="{7B72E707-FCE4-4B7C-9F60-24698C4121B2}" srcOrd="0" destOrd="0" presId="urn:microsoft.com/office/officeart/2005/8/layout/hProcess9"/>
    <dgm:cxn modelId="{F47BF579-2878-4D0A-B5BF-0F072035234B}" type="presParOf" srcId="{563C8BC3-E094-4853-BFE3-4D08A125289A}" destId="{13777DED-FB90-40B8-8BD1-2EC0871874F8}" srcOrd="0" destOrd="0" presId="urn:microsoft.com/office/officeart/2005/8/layout/hProcess9"/>
    <dgm:cxn modelId="{806C298F-C078-4B9E-97EE-D6BAE4E598F1}" type="presParOf" srcId="{563C8BC3-E094-4853-BFE3-4D08A125289A}" destId="{3C05F52A-9DB9-4A27-9A05-54C36A166858}" srcOrd="1" destOrd="0" presId="urn:microsoft.com/office/officeart/2005/8/layout/hProcess9"/>
    <dgm:cxn modelId="{91195AE0-47B3-402E-B7A5-954D1C2C7045}" type="presParOf" srcId="{3C05F52A-9DB9-4A27-9A05-54C36A166858}" destId="{77F8ADCB-DADE-433B-A911-856C65C5BF3C}" srcOrd="0" destOrd="0" presId="urn:microsoft.com/office/officeart/2005/8/layout/hProcess9"/>
    <dgm:cxn modelId="{EDA4A71C-846A-48D6-9039-0C8E96E25AD1}" type="presParOf" srcId="{3C05F52A-9DB9-4A27-9A05-54C36A166858}" destId="{EA05AA2D-E26F-4984-8252-8FC0A73191CB}" srcOrd="1" destOrd="0" presId="urn:microsoft.com/office/officeart/2005/8/layout/hProcess9"/>
    <dgm:cxn modelId="{AF81E470-C641-454D-AD01-32F868EDDD04}" type="presParOf" srcId="{3C05F52A-9DB9-4A27-9A05-54C36A166858}" destId="{DDCB3D1C-0023-4B85-87E2-1031A1E8CC9C}" srcOrd="2" destOrd="0" presId="urn:microsoft.com/office/officeart/2005/8/layout/hProcess9"/>
    <dgm:cxn modelId="{A52CF678-C287-439B-97DB-B23BA4A86E74}" type="presParOf" srcId="{3C05F52A-9DB9-4A27-9A05-54C36A166858}" destId="{58284059-80F4-4F6F-9AEA-6EE657B8908B}" srcOrd="3" destOrd="0" presId="urn:microsoft.com/office/officeart/2005/8/layout/hProcess9"/>
    <dgm:cxn modelId="{406AC3CC-7687-4C45-915B-8965CEE34346}" type="presParOf" srcId="{3C05F52A-9DB9-4A27-9A05-54C36A166858}" destId="{E47EBB25-6892-446D-B0E9-AA83D4D4C764}" srcOrd="4" destOrd="0" presId="urn:microsoft.com/office/officeart/2005/8/layout/hProcess9"/>
    <dgm:cxn modelId="{C66B7880-7A43-4D8D-80DF-99018EA4E3D1}" type="presParOf" srcId="{3C05F52A-9DB9-4A27-9A05-54C36A166858}" destId="{E2E0D60A-08D2-4946-A7E3-46F2513BDB73}" srcOrd="5" destOrd="0" presId="urn:microsoft.com/office/officeart/2005/8/layout/hProcess9"/>
    <dgm:cxn modelId="{8D881D6B-03CB-4C1E-B023-6E7E48E7F104}" type="presParOf" srcId="{3C05F52A-9DB9-4A27-9A05-54C36A166858}" destId="{1B393197-D110-4FAC-93F3-6FE3A79CE31B}" srcOrd="6" destOrd="0" presId="urn:microsoft.com/office/officeart/2005/8/layout/hProcess9"/>
    <dgm:cxn modelId="{BD168C26-BF3E-4811-80A3-D9129414870E}" type="presParOf" srcId="{3C05F52A-9DB9-4A27-9A05-54C36A166858}" destId="{0B8D8C19-4BF0-41A4-9B87-377066214271}" srcOrd="7" destOrd="0" presId="urn:microsoft.com/office/officeart/2005/8/layout/hProcess9"/>
    <dgm:cxn modelId="{704738BD-89F4-4CC5-B94A-759D98764457}" type="presParOf" srcId="{3C05F52A-9DB9-4A27-9A05-54C36A166858}" destId="{8ECC612B-A223-4698-A021-B5BDF2E98B38}" srcOrd="8" destOrd="0" presId="urn:microsoft.com/office/officeart/2005/8/layout/hProcess9"/>
    <dgm:cxn modelId="{73F58147-EBFD-41CF-84CE-1B7B6994AF0D}" type="presParOf" srcId="{3C05F52A-9DB9-4A27-9A05-54C36A166858}" destId="{621D05D2-5E50-441D-8CC6-9C86C705A0EA}" srcOrd="9" destOrd="0" presId="urn:microsoft.com/office/officeart/2005/8/layout/hProcess9"/>
    <dgm:cxn modelId="{4C5AB2D7-81BC-4D0E-A5EE-D05DF4283815}" type="presParOf" srcId="{3C05F52A-9DB9-4A27-9A05-54C36A166858}" destId="{7B72E707-FCE4-4B7C-9F60-24698C4121B2}" srcOrd="1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9DB949-B364-48FB-800A-5B12001851BF}">
      <dsp:nvSpPr>
        <dsp:cNvPr id="0" name=""/>
        <dsp:cNvSpPr/>
      </dsp:nvSpPr>
      <dsp:spPr>
        <a:xfrm>
          <a:off x="0" y="0"/>
          <a:ext cx="6724040" cy="70559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I" sz="1800" kern="1200"/>
            <a:t>une opinion d’audit sur les six exercices,</a:t>
          </a:r>
          <a:endParaRPr lang="fr-CI" sz="1800" kern="1200" dirty="0"/>
        </a:p>
      </dsp:txBody>
      <dsp:txXfrm>
        <a:off x="20666" y="20666"/>
        <a:ext cx="5880092" cy="664264"/>
      </dsp:txXfrm>
    </dsp:sp>
    <dsp:sp modelId="{49C32F61-EA72-4CDA-9C54-C6DFD25C56A3}">
      <dsp:nvSpPr>
        <dsp:cNvPr id="0" name=""/>
        <dsp:cNvSpPr/>
      </dsp:nvSpPr>
      <dsp:spPr>
        <a:xfrm>
          <a:off x="502119" y="803595"/>
          <a:ext cx="6724040" cy="70559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/>
            <a:t>l’évaluation du contrôle interne, avec une matrice des constats hiérarchisés,</a:t>
          </a:r>
          <a:endParaRPr lang="fr-FR" sz="1800" kern="1200" dirty="0"/>
        </a:p>
      </dsp:txBody>
      <dsp:txXfrm>
        <a:off x="522785" y="824261"/>
        <a:ext cx="5721951" cy="664264"/>
      </dsp:txXfrm>
    </dsp:sp>
    <dsp:sp modelId="{0DC975C6-C44F-4AE9-8CF6-4D1E5B7A55A1}">
      <dsp:nvSpPr>
        <dsp:cNvPr id="0" name=""/>
        <dsp:cNvSpPr/>
      </dsp:nvSpPr>
      <dsp:spPr>
        <a:xfrm>
          <a:off x="1004239" y="1607190"/>
          <a:ext cx="6724040" cy="70559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b="1" kern="1200"/>
            <a:t>l’équilibre financier (cotisations, prestations, frais, engagements),</a:t>
          </a:r>
          <a:endParaRPr lang="fr-FR" sz="1800" kern="1200" dirty="0"/>
        </a:p>
      </dsp:txBody>
      <dsp:txXfrm>
        <a:off x="1024905" y="1627856"/>
        <a:ext cx="5721951" cy="664264"/>
      </dsp:txXfrm>
    </dsp:sp>
    <dsp:sp modelId="{8F28DDA5-1469-48A8-8516-E97CBC68718E}">
      <dsp:nvSpPr>
        <dsp:cNvPr id="0" name=""/>
        <dsp:cNvSpPr/>
      </dsp:nvSpPr>
      <dsp:spPr>
        <a:xfrm>
          <a:off x="1506359" y="2410786"/>
          <a:ext cx="6724040" cy="70559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/>
            <a:t>la conformité légale, statutaire et fiscale, et la traçabilité des dossiers,</a:t>
          </a:r>
          <a:endParaRPr lang="fr-FR" sz="1800" kern="1200" dirty="0"/>
        </a:p>
      </dsp:txBody>
      <dsp:txXfrm>
        <a:off x="1527025" y="2431452"/>
        <a:ext cx="5721951" cy="664264"/>
      </dsp:txXfrm>
    </dsp:sp>
    <dsp:sp modelId="{05C94B6A-9CC4-4EC0-9FED-3499FAA8C92A}">
      <dsp:nvSpPr>
        <dsp:cNvPr id="0" name=""/>
        <dsp:cNvSpPr/>
      </dsp:nvSpPr>
      <dsp:spPr>
        <a:xfrm>
          <a:off x="2008479" y="3214381"/>
          <a:ext cx="6724040" cy="70559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et un plan d’action hiérarchisé.</a:t>
          </a:r>
        </a:p>
      </dsp:txBody>
      <dsp:txXfrm>
        <a:off x="2029145" y="3235047"/>
        <a:ext cx="5721951" cy="664264"/>
      </dsp:txXfrm>
    </dsp:sp>
    <dsp:sp modelId="{CDD607D6-63D8-4EAF-8E4B-0BDC4CA0CDE6}">
      <dsp:nvSpPr>
        <dsp:cNvPr id="0" name=""/>
        <dsp:cNvSpPr/>
      </dsp:nvSpPr>
      <dsp:spPr>
        <a:xfrm>
          <a:off x="6265402" y="515477"/>
          <a:ext cx="458637" cy="458637"/>
        </a:xfrm>
        <a:prstGeom prst="downArrow">
          <a:avLst>
            <a:gd name="adj1" fmla="val 55000"/>
            <a:gd name="adj2" fmla="val 45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CI" sz="1800" kern="1200"/>
        </a:p>
      </dsp:txBody>
      <dsp:txXfrm>
        <a:off x="6368595" y="515477"/>
        <a:ext cx="252251" cy="345124"/>
      </dsp:txXfrm>
    </dsp:sp>
    <dsp:sp modelId="{1E2924D6-F0D7-4113-828F-1001C7CB28B9}">
      <dsp:nvSpPr>
        <dsp:cNvPr id="0" name=""/>
        <dsp:cNvSpPr/>
      </dsp:nvSpPr>
      <dsp:spPr>
        <a:xfrm>
          <a:off x="6767522" y="1319072"/>
          <a:ext cx="458637" cy="458637"/>
        </a:xfrm>
        <a:prstGeom prst="downArrow">
          <a:avLst>
            <a:gd name="adj1" fmla="val 55000"/>
            <a:gd name="adj2" fmla="val 45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CI" sz="1800" kern="1200"/>
        </a:p>
      </dsp:txBody>
      <dsp:txXfrm>
        <a:off x="6870715" y="1319072"/>
        <a:ext cx="252251" cy="345124"/>
      </dsp:txXfrm>
    </dsp:sp>
    <dsp:sp modelId="{A2AB8898-B1BF-4820-A337-7509767B8C71}">
      <dsp:nvSpPr>
        <dsp:cNvPr id="0" name=""/>
        <dsp:cNvSpPr/>
      </dsp:nvSpPr>
      <dsp:spPr>
        <a:xfrm>
          <a:off x="7269642" y="2110908"/>
          <a:ext cx="458637" cy="458637"/>
        </a:xfrm>
        <a:prstGeom prst="downArrow">
          <a:avLst>
            <a:gd name="adj1" fmla="val 55000"/>
            <a:gd name="adj2" fmla="val 45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CI" sz="1800" kern="1200"/>
        </a:p>
      </dsp:txBody>
      <dsp:txXfrm>
        <a:off x="7372835" y="2110908"/>
        <a:ext cx="252251" cy="345124"/>
      </dsp:txXfrm>
    </dsp:sp>
    <dsp:sp modelId="{A4E7B84C-FC3B-4F70-8861-3D6D5D666A8F}">
      <dsp:nvSpPr>
        <dsp:cNvPr id="0" name=""/>
        <dsp:cNvSpPr/>
      </dsp:nvSpPr>
      <dsp:spPr>
        <a:xfrm>
          <a:off x="7771762" y="2922343"/>
          <a:ext cx="458637" cy="458637"/>
        </a:xfrm>
        <a:prstGeom prst="downArrow">
          <a:avLst>
            <a:gd name="adj1" fmla="val 55000"/>
            <a:gd name="adj2" fmla="val 45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CI" sz="1800" kern="1200"/>
        </a:p>
      </dsp:txBody>
      <dsp:txXfrm>
        <a:off x="7874955" y="2922343"/>
        <a:ext cx="252251" cy="34512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E8ED44-D077-41AE-A8E5-382C3534AB5B}">
      <dsp:nvSpPr>
        <dsp:cNvPr id="0" name=""/>
        <dsp:cNvSpPr/>
      </dsp:nvSpPr>
      <dsp:spPr>
        <a:xfrm>
          <a:off x="-5548111" y="-849526"/>
          <a:ext cx="6606766" cy="6606766"/>
        </a:xfrm>
        <a:prstGeom prst="blockArc">
          <a:avLst>
            <a:gd name="adj1" fmla="val 18900000"/>
            <a:gd name="adj2" fmla="val 2700000"/>
            <a:gd name="adj3" fmla="val 327"/>
          </a:avLst>
        </a:prstGeom>
        <a:noFill/>
        <a:ln w="1905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8760270-12F0-4225-8A89-2F8246525E4E}">
      <dsp:nvSpPr>
        <dsp:cNvPr id="0" name=""/>
        <dsp:cNvSpPr/>
      </dsp:nvSpPr>
      <dsp:spPr>
        <a:xfrm>
          <a:off x="681190" y="490771"/>
          <a:ext cx="7899274" cy="98154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79099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/>
            <a:t>La présentation de l’équipe Adenka (environ 24 intervenants) et de la démarche d’audit en quatre phases,</a:t>
          </a:r>
          <a:endParaRPr lang="fr-CI" sz="1800" kern="1200" dirty="0"/>
        </a:p>
      </dsp:txBody>
      <dsp:txXfrm>
        <a:off x="681190" y="490771"/>
        <a:ext cx="7899274" cy="981542"/>
      </dsp:txXfrm>
    </dsp:sp>
    <dsp:sp modelId="{4502FA7C-6837-4E2E-95C9-E8357E3EBED2}">
      <dsp:nvSpPr>
        <dsp:cNvPr id="0" name=""/>
        <dsp:cNvSpPr/>
      </dsp:nvSpPr>
      <dsp:spPr>
        <a:xfrm>
          <a:off x="67726" y="368078"/>
          <a:ext cx="1226928" cy="1226928"/>
        </a:xfrm>
        <a:prstGeom prst="ellipse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53C08B-90AE-4A00-8F12-4469C3A09474}">
      <dsp:nvSpPr>
        <dsp:cNvPr id="0" name=""/>
        <dsp:cNvSpPr/>
      </dsp:nvSpPr>
      <dsp:spPr>
        <a:xfrm>
          <a:off x="1037981" y="1963085"/>
          <a:ext cx="7542484" cy="98154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79099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/>
            <a:t>Le rappel des délais : rapport provisoire le 25 novembre et rapport définitif avant le 30 novembre,</a:t>
          </a:r>
          <a:endParaRPr lang="fr-FR" sz="1800" kern="1200" dirty="0"/>
        </a:p>
      </dsp:txBody>
      <dsp:txXfrm>
        <a:off x="1037981" y="1963085"/>
        <a:ext cx="7542484" cy="981542"/>
      </dsp:txXfrm>
    </dsp:sp>
    <dsp:sp modelId="{300441C6-1725-46F3-9AEF-942C9B09DBDA}">
      <dsp:nvSpPr>
        <dsp:cNvPr id="0" name=""/>
        <dsp:cNvSpPr/>
      </dsp:nvSpPr>
      <dsp:spPr>
        <a:xfrm>
          <a:off x="424517" y="1840392"/>
          <a:ext cx="1226928" cy="1226928"/>
        </a:xfrm>
        <a:prstGeom prst="ellipse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4604E1-5197-466E-B995-64EB979357BC}">
      <dsp:nvSpPr>
        <dsp:cNvPr id="0" name=""/>
        <dsp:cNvSpPr/>
      </dsp:nvSpPr>
      <dsp:spPr>
        <a:xfrm>
          <a:off x="681190" y="3435399"/>
          <a:ext cx="7899274" cy="98154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79099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/>
            <a:t>Le recueil des faits significatifs, la désignation des points focaux et l’organisation logistique.</a:t>
          </a:r>
          <a:endParaRPr lang="fr-FR" sz="1800" kern="1200" dirty="0"/>
        </a:p>
      </dsp:txBody>
      <dsp:txXfrm>
        <a:off x="681190" y="3435399"/>
        <a:ext cx="7899274" cy="981542"/>
      </dsp:txXfrm>
    </dsp:sp>
    <dsp:sp modelId="{75BF816A-0B1A-4FBA-85E3-5D011BD3DBC0}">
      <dsp:nvSpPr>
        <dsp:cNvPr id="0" name=""/>
        <dsp:cNvSpPr/>
      </dsp:nvSpPr>
      <dsp:spPr>
        <a:xfrm>
          <a:off x="67726" y="3312706"/>
          <a:ext cx="1226928" cy="1226928"/>
        </a:xfrm>
        <a:prstGeom prst="ellipse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7B8DC7-604A-4659-A347-7707949EA919}">
      <dsp:nvSpPr>
        <dsp:cNvPr id="0" name=""/>
        <dsp:cNvSpPr/>
      </dsp:nvSpPr>
      <dsp:spPr>
        <a:xfrm>
          <a:off x="3583" y="332238"/>
          <a:ext cx="3493722" cy="34560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I" sz="1200" b="1" kern="1200">
              <a:latin typeface="Arial" panose="020B0604020202020204" pitchFamily="34" charset="0"/>
              <a:cs typeface="Arial" panose="020B0604020202020204" pitchFamily="34" charset="0"/>
            </a:rPr>
            <a:t>Démarche et calendrier</a:t>
          </a:r>
          <a:endParaRPr lang="fr-CI" sz="12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583" y="332238"/>
        <a:ext cx="3493722" cy="345600"/>
      </dsp:txXfrm>
    </dsp:sp>
    <dsp:sp modelId="{0DB35DE1-C1EA-45E3-87E3-F3E45FEA6920}">
      <dsp:nvSpPr>
        <dsp:cNvPr id="0" name=""/>
        <dsp:cNvSpPr/>
      </dsp:nvSpPr>
      <dsp:spPr>
        <a:xfrm>
          <a:off x="3583" y="616213"/>
          <a:ext cx="3493722" cy="3351369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fr-FR" sz="1200" kern="1200" dirty="0">
              <a:latin typeface="Arial" panose="020B0604020202020204" pitchFamily="34" charset="0"/>
              <a:cs typeface="Arial" panose="020B0604020202020204" pitchFamily="34" charset="0"/>
            </a:rPr>
            <a:t>Démarche fondée sur les risques, conforme aux normes ISA, en quatre phases :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fr-FR" sz="1200" kern="1200" dirty="0">
              <a:latin typeface="Arial" panose="020B0604020202020204" pitchFamily="34" charset="0"/>
              <a:cs typeface="Arial" panose="020B0604020202020204" pitchFamily="34" charset="0"/>
            </a:rPr>
            <a:t>Phase 1 : lancement et cadrage ; Phase 2 : prise de connaissance et contrôle interne,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fr-FR" sz="1200" kern="1200">
              <a:latin typeface="Arial" panose="020B0604020202020204" pitchFamily="34" charset="0"/>
              <a:cs typeface="Arial" panose="020B0604020202020204" pitchFamily="34" charset="0"/>
            </a:rPr>
            <a:t>Phase 3 : tests substantifs sur pièces,</a:t>
          </a:r>
          <a:endParaRPr lang="fr-FR" sz="12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fr-FR" sz="1200" kern="1200" dirty="0">
              <a:latin typeface="Arial" panose="020B0604020202020204" pitchFamily="34" charset="0"/>
              <a:cs typeface="Arial" panose="020B0604020202020204" pitchFamily="34" charset="0"/>
            </a:rPr>
            <a:t>Phase 4 : synthèse, rapport provisoire et rapport définitif.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endParaRPr lang="fr-FR" sz="12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fr-FR" sz="1200" kern="1200" dirty="0">
              <a:latin typeface="Arial" panose="020B0604020202020204" pitchFamily="34" charset="0"/>
              <a:cs typeface="Arial" panose="020B0604020202020204" pitchFamily="34" charset="0"/>
            </a:rPr>
            <a:t>Rapport provisoire le 25 novembre, rapport définitif avant le 30 novembre.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fr-FR" sz="12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fr-FR" sz="1200" kern="1200" dirty="0">
              <a:latin typeface="Arial" panose="020B0604020202020204" pitchFamily="34" charset="0"/>
              <a:cs typeface="Arial" panose="020B0604020202020204" pitchFamily="34" charset="0"/>
            </a:rPr>
            <a:t>Audit informatique : gestion des accès, des changements, de l’exploitation et contrôles applicatifs.</a:t>
          </a:r>
        </a:p>
      </dsp:txBody>
      <dsp:txXfrm>
        <a:off x="3583" y="616213"/>
        <a:ext cx="3493722" cy="3351369"/>
      </dsp:txXfrm>
    </dsp:sp>
    <dsp:sp modelId="{A1159CF8-E129-418D-8464-2831E79E3E77}">
      <dsp:nvSpPr>
        <dsp:cNvPr id="0" name=""/>
        <dsp:cNvSpPr/>
      </dsp:nvSpPr>
      <dsp:spPr>
        <a:xfrm>
          <a:off x="3986426" y="363050"/>
          <a:ext cx="3493722" cy="34560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>
              <a:latin typeface="Arial" panose="020B0604020202020204" pitchFamily="34" charset="0"/>
              <a:cs typeface="Arial" panose="020B0604020202020204" pitchFamily="34" charset="0"/>
            </a:rPr>
            <a:t>Référentiels</a:t>
          </a:r>
          <a:endParaRPr lang="fr-FR" sz="12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986426" y="363050"/>
        <a:ext cx="3493722" cy="345600"/>
      </dsp:txXfrm>
    </dsp:sp>
    <dsp:sp modelId="{93C8479D-AEBA-4D87-A353-D19E9814F54B}">
      <dsp:nvSpPr>
        <dsp:cNvPr id="0" name=""/>
        <dsp:cNvSpPr/>
      </dsp:nvSpPr>
      <dsp:spPr>
        <a:xfrm>
          <a:off x="3986426" y="708650"/>
          <a:ext cx="3493722" cy="322812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fr-FR" sz="1200" kern="1200">
              <a:latin typeface="Arial" panose="020B0604020202020204" pitchFamily="34" charset="0"/>
              <a:cs typeface="Arial" panose="020B0604020202020204" pitchFamily="34" charset="0"/>
            </a:rPr>
            <a:t>Règlement n°07/2009/CM/UEMOA, Plan comptable des mutuelles sociales et décisions de l’AIRMS.</a:t>
          </a:r>
          <a:endParaRPr lang="fr-FR" sz="12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fr-FR" sz="12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fr-FR" sz="1200" kern="1200">
              <a:latin typeface="Arial" panose="020B0604020202020204" pitchFamily="34" charset="0"/>
              <a:cs typeface="Arial" panose="020B0604020202020204" pitchFamily="34" charset="0"/>
            </a:rPr>
            <a:t>SYSCOHADA pour les cycles support ; statuts, règlement intérieur et conventions.</a:t>
          </a:r>
          <a:endParaRPr lang="fr-FR" sz="12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fr-FR" sz="12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fr-FR" sz="1200" kern="1200" dirty="0">
              <a:latin typeface="Arial" panose="020B0604020202020204" pitchFamily="34" charset="0"/>
              <a:cs typeface="Arial" panose="020B0604020202020204" pitchFamily="34" charset="0"/>
            </a:rPr>
            <a:t>ISA 240 : risques présumés de contournement des contrôles par la direction et de fraude sur les produits.</a:t>
          </a:r>
        </a:p>
      </dsp:txBody>
      <dsp:txXfrm>
        <a:off x="3986426" y="708650"/>
        <a:ext cx="3493722" cy="3228120"/>
      </dsp:txXfrm>
    </dsp:sp>
    <dsp:sp modelId="{2AC4C458-C804-489D-93FB-DBD30AC4F765}">
      <dsp:nvSpPr>
        <dsp:cNvPr id="0" name=""/>
        <dsp:cNvSpPr/>
      </dsp:nvSpPr>
      <dsp:spPr>
        <a:xfrm>
          <a:off x="7969270" y="363050"/>
          <a:ext cx="3493722" cy="34560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 dirty="0">
              <a:latin typeface="Arial" panose="020B0604020202020204" pitchFamily="34" charset="0"/>
              <a:cs typeface="Arial" panose="020B0604020202020204" pitchFamily="34" charset="0"/>
            </a:rPr>
            <a:t>Risques préliminaires</a:t>
          </a:r>
        </a:p>
      </dsp:txBody>
      <dsp:txXfrm>
        <a:off x="7969270" y="363050"/>
        <a:ext cx="3493722" cy="345600"/>
      </dsp:txXfrm>
    </dsp:sp>
    <dsp:sp modelId="{10A0D5DB-7680-4E15-B188-658573D3F1C5}">
      <dsp:nvSpPr>
        <dsp:cNvPr id="0" name=""/>
        <dsp:cNvSpPr/>
      </dsp:nvSpPr>
      <dsp:spPr>
        <a:xfrm>
          <a:off x="7969270" y="708650"/>
          <a:ext cx="3493722" cy="322812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fr-FR" sz="1200" kern="1200" dirty="0">
              <a:latin typeface="Arial" panose="020B0604020202020204" pitchFamily="34" charset="0"/>
              <a:cs typeface="Arial" panose="020B0604020202020204" pitchFamily="34" charset="0"/>
            </a:rPr>
            <a:t>Cartographie à affiner après entretiens : cotisations, prestations, engagements, crédits mutualistes, trésorerie.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fr-FR" sz="12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fr-FR" sz="1200" kern="1200" dirty="0">
              <a:latin typeface="Arial" panose="020B0604020202020204" pitchFamily="34" charset="0"/>
              <a:cs typeface="Arial" panose="020B0604020202020204" pitchFamily="34" charset="0"/>
            </a:rPr>
            <a:t>Analyse des ratios prudentiels exigés par l’AIRMS et de l’équilibre financier.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fr-FR" sz="12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fr-FR" sz="1200" kern="1200" dirty="0">
              <a:latin typeface="Arial" panose="020B0604020202020204" pitchFamily="34" charset="0"/>
              <a:cs typeface="Arial" panose="020B0604020202020204" pitchFamily="34" charset="0"/>
            </a:rPr>
            <a:t>Comparaison avec le Fonds de Prévoyance Militaire et d’autres fonds.</a:t>
          </a:r>
        </a:p>
      </dsp:txBody>
      <dsp:txXfrm>
        <a:off x="7969270" y="708650"/>
        <a:ext cx="3493722" cy="322812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7B8DC7-604A-4659-A347-7707949EA919}">
      <dsp:nvSpPr>
        <dsp:cNvPr id="0" name=""/>
        <dsp:cNvSpPr/>
      </dsp:nvSpPr>
      <dsp:spPr>
        <a:xfrm>
          <a:off x="43" y="180040"/>
          <a:ext cx="4174579" cy="40320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>
              <a:latin typeface="Arial" panose="020B0604020202020204" pitchFamily="34" charset="0"/>
              <a:cs typeface="Arial" panose="020B0604020202020204" pitchFamily="34" charset="0"/>
            </a:rPr>
            <a:t>Travaux lancés en priorité</a:t>
          </a:r>
          <a:endParaRPr lang="fr-CI" sz="1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3" y="180040"/>
        <a:ext cx="4174579" cy="403200"/>
      </dsp:txXfrm>
    </dsp:sp>
    <dsp:sp modelId="{0DB35DE1-C1EA-45E3-87E3-F3E45FEA6920}">
      <dsp:nvSpPr>
        <dsp:cNvPr id="0" name=""/>
        <dsp:cNvSpPr/>
      </dsp:nvSpPr>
      <dsp:spPr>
        <a:xfrm>
          <a:off x="43" y="583240"/>
          <a:ext cx="4174579" cy="368928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fr-FR" sz="1400" kern="1200" dirty="0">
              <a:latin typeface="Arial" panose="020B0604020202020204" pitchFamily="34" charset="0"/>
              <a:cs typeface="Arial" panose="020B0604020202020204" pitchFamily="34" charset="0"/>
            </a:rPr>
            <a:t>Ces sujets sont traités dès le début de la mission.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fr-FR" sz="14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fr-FR" sz="1400" kern="1200" dirty="0">
              <a:latin typeface="Arial" panose="020B0604020202020204" pitchFamily="34" charset="0"/>
              <a:cs typeface="Arial" panose="020B0604020202020204" pitchFamily="34" charset="0"/>
            </a:rPr>
            <a:t>Thèmes concernés :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fr-FR" sz="1400" b="1" kern="1200" dirty="0">
              <a:latin typeface="Arial" panose="020B0604020202020204" pitchFamily="34" charset="0"/>
              <a:cs typeface="Arial" panose="020B0604020202020204" pitchFamily="34" charset="0"/>
            </a:rPr>
            <a:t>Provisions mathématiques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fr-FR" sz="1400" b="1" kern="1200" dirty="0">
              <a:latin typeface="Arial" panose="020B0604020202020204" pitchFamily="34" charset="0"/>
              <a:cs typeface="Arial" panose="020B0604020202020204" pitchFamily="34" charset="0"/>
            </a:rPr>
            <a:t>Calcul des sinistres et des ratios</a:t>
          </a:r>
          <a:endParaRPr lang="fr-FR" sz="14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fr-FR" sz="1400" b="1" kern="1200" dirty="0">
              <a:latin typeface="Arial" panose="020B0604020202020204" pitchFamily="34" charset="0"/>
              <a:cs typeface="Arial" panose="020B0604020202020204" pitchFamily="34" charset="0"/>
            </a:rPr>
            <a:t>Niveau de digitalisation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fr-FR" sz="1400" b="1" kern="1200" dirty="0">
              <a:latin typeface="Arial" panose="020B0604020202020204" pitchFamily="34" charset="0"/>
              <a:cs typeface="Arial" panose="020B0604020202020204" pitchFamily="34" charset="0"/>
            </a:rPr>
            <a:t>Prestations et grands ratios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fr-FR" sz="1400" b="1" kern="1200" dirty="0">
              <a:latin typeface="Arial" panose="020B0604020202020204" pitchFamily="34" charset="0"/>
              <a:cs typeface="Arial" panose="020B0604020202020204" pitchFamily="34" charset="0"/>
            </a:rPr>
            <a:t>Frais généraux et investissements</a:t>
          </a:r>
          <a:endParaRPr lang="fr-FR" sz="14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endParaRPr lang="fr-FR" sz="14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fr-CI" sz="1400" kern="1200" dirty="0">
              <a:latin typeface="Arial" panose="020B0604020202020204" pitchFamily="34" charset="0"/>
              <a:cs typeface="Arial" panose="020B0604020202020204" pitchFamily="34" charset="0"/>
            </a:rPr>
            <a:t>Objectifs :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fr-FR" sz="1400" kern="1200" dirty="0">
              <a:latin typeface="Arial" panose="020B0604020202020204" pitchFamily="34" charset="0"/>
              <a:cs typeface="Arial" panose="020B0604020202020204" pitchFamily="34" charset="0"/>
            </a:rPr>
            <a:t>Remonter les premiers enseignements dès la semaine suivante,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fr-FR" sz="1400" kern="1200" dirty="0">
              <a:latin typeface="Arial" panose="020B0604020202020204" pitchFamily="34" charset="0"/>
              <a:cs typeface="Arial" panose="020B0604020202020204" pitchFamily="34" charset="0"/>
            </a:rPr>
            <a:t>Engager rapidement les échanges avec la direction,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fr-FR" sz="1400" kern="1200" dirty="0">
              <a:latin typeface="Arial" panose="020B0604020202020204" pitchFamily="34" charset="0"/>
              <a:cs typeface="Arial" panose="020B0604020202020204" pitchFamily="34" charset="0"/>
            </a:rPr>
            <a:t>Débattre ensemble de ce que traduisent les ratios.</a:t>
          </a:r>
        </a:p>
      </dsp:txBody>
      <dsp:txXfrm>
        <a:off x="43" y="583240"/>
        <a:ext cx="4174579" cy="3689280"/>
      </dsp:txXfrm>
    </dsp:sp>
    <dsp:sp modelId="{F8B49626-16C9-4962-853B-A50F80319A3D}">
      <dsp:nvSpPr>
        <dsp:cNvPr id="0" name=""/>
        <dsp:cNvSpPr/>
      </dsp:nvSpPr>
      <dsp:spPr>
        <a:xfrm>
          <a:off x="4759064" y="180040"/>
          <a:ext cx="4174579" cy="40320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I" sz="1400" b="1" kern="1200">
              <a:latin typeface="Arial" panose="020B0604020202020204" pitchFamily="34" charset="0"/>
              <a:cs typeface="Arial" panose="020B0604020202020204" pitchFamily="34" charset="0"/>
            </a:rPr>
            <a:t>Engagements du FPPN</a:t>
          </a:r>
        </a:p>
      </dsp:txBody>
      <dsp:txXfrm>
        <a:off x="4759064" y="180040"/>
        <a:ext cx="4174579" cy="403200"/>
      </dsp:txXfrm>
    </dsp:sp>
    <dsp:sp modelId="{9725D38F-3BD1-4F3E-9120-4D7D66154816}">
      <dsp:nvSpPr>
        <dsp:cNvPr id="0" name=""/>
        <dsp:cNvSpPr/>
      </dsp:nvSpPr>
      <dsp:spPr>
        <a:xfrm>
          <a:off x="4759064" y="583240"/>
          <a:ext cx="4174579" cy="368928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fr-FR" sz="1400" kern="1200" dirty="0">
              <a:latin typeface="Arial" panose="020B0604020202020204" pitchFamily="34" charset="0"/>
              <a:cs typeface="Arial" panose="020B0604020202020204" pitchFamily="34" charset="0"/>
            </a:rPr>
            <a:t>Pleine disponibilité des équipes ; le Président propose d’intervenir en cas de blocage.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fr-FR" sz="14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fr-FR" sz="1400" kern="1200" dirty="0">
              <a:latin typeface="Arial" panose="020B0604020202020204" pitchFamily="34" charset="0"/>
              <a:cs typeface="Arial" panose="020B0604020202020204" pitchFamily="34" charset="0"/>
            </a:rPr>
            <a:t>Mise à disposition d’une salle fermée à clé pour l’équipe.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fr-FR" sz="14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fr-FR" sz="1400" kern="1200" dirty="0">
              <a:latin typeface="Arial" panose="020B0604020202020204" pitchFamily="34" charset="0"/>
              <a:cs typeface="Arial" panose="020B0604020202020204" pitchFamily="34" charset="0"/>
            </a:rPr>
            <a:t>Documents fournis en partie au format papier.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fr-FR" sz="14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fr-FR" sz="1400" kern="1200" dirty="0">
              <a:latin typeface="Arial" panose="020B0604020202020204" pitchFamily="34" charset="0"/>
              <a:cs typeface="Arial" panose="020B0604020202020204" pitchFamily="34" charset="0"/>
            </a:rPr>
            <a:t>Désignation de points focaux pour fluidifier les échanges.</a:t>
          </a:r>
        </a:p>
      </dsp:txBody>
      <dsp:txXfrm>
        <a:off x="4759064" y="583240"/>
        <a:ext cx="4174579" cy="368928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777DED-FB90-40B8-8BD1-2EC0871874F8}">
      <dsp:nvSpPr>
        <dsp:cNvPr id="0" name=""/>
        <dsp:cNvSpPr/>
      </dsp:nvSpPr>
      <dsp:spPr>
        <a:xfrm>
          <a:off x="739139" y="0"/>
          <a:ext cx="8376920" cy="3770037"/>
        </a:xfrm>
        <a:prstGeom prst="rightArrow">
          <a:avLst/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F8ADCB-DADE-433B-A911-856C65C5BF3C}">
      <dsp:nvSpPr>
        <dsp:cNvPr id="0" name=""/>
        <dsp:cNvSpPr/>
      </dsp:nvSpPr>
      <dsp:spPr>
        <a:xfrm>
          <a:off x="2706" y="1131011"/>
          <a:ext cx="1575965" cy="1508014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Transmettre l’organigramme (FPPN)</a:t>
          </a:r>
          <a:endParaRPr lang="fr-CI" sz="1400" kern="1200" dirty="0"/>
        </a:p>
      </dsp:txBody>
      <dsp:txXfrm>
        <a:off x="76321" y="1204626"/>
        <a:ext cx="1428735" cy="1360784"/>
      </dsp:txXfrm>
    </dsp:sp>
    <dsp:sp modelId="{DDCB3D1C-0023-4B85-87E2-1031A1E8CC9C}">
      <dsp:nvSpPr>
        <dsp:cNvPr id="0" name=""/>
        <dsp:cNvSpPr/>
      </dsp:nvSpPr>
      <dsp:spPr>
        <a:xfrm>
          <a:off x="1657470" y="1131011"/>
          <a:ext cx="1575965" cy="1508014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/>
            <a:t>Envoyer la liste des personnes à rencontrer et des documents (Adenka)</a:t>
          </a:r>
          <a:endParaRPr lang="fr-FR" sz="1400" kern="1200" dirty="0"/>
        </a:p>
      </dsp:txBody>
      <dsp:txXfrm>
        <a:off x="1731085" y="1204626"/>
        <a:ext cx="1428735" cy="1360784"/>
      </dsp:txXfrm>
    </dsp:sp>
    <dsp:sp modelId="{E47EBB25-6892-446D-B0E9-AA83D4D4C764}">
      <dsp:nvSpPr>
        <dsp:cNvPr id="0" name=""/>
        <dsp:cNvSpPr/>
      </dsp:nvSpPr>
      <dsp:spPr>
        <a:xfrm>
          <a:off x="3312235" y="1131011"/>
          <a:ext cx="1575965" cy="1508014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/>
            <a:t>Désigner les points focaux (FPPN)</a:t>
          </a:r>
          <a:endParaRPr lang="fr-FR" sz="1400" kern="1200" dirty="0"/>
        </a:p>
      </dsp:txBody>
      <dsp:txXfrm>
        <a:off x="3385850" y="1204626"/>
        <a:ext cx="1428735" cy="1360784"/>
      </dsp:txXfrm>
    </dsp:sp>
    <dsp:sp modelId="{1B393197-D110-4FAC-93F3-6FE3A79CE31B}">
      <dsp:nvSpPr>
        <dsp:cNvPr id="0" name=""/>
        <dsp:cNvSpPr/>
      </dsp:nvSpPr>
      <dsp:spPr>
        <a:xfrm>
          <a:off x="4966999" y="1131011"/>
          <a:ext cx="1575965" cy="1508014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/>
            <a:t>Ouvrir la plateforme documentaire et les accès</a:t>
          </a:r>
          <a:endParaRPr lang="fr-FR" sz="1400" kern="1200" dirty="0"/>
        </a:p>
      </dsp:txBody>
      <dsp:txXfrm>
        <a:off x="5040614" y="1204626"/>
        <a:ext cx="1428735" cy="1360784"/>
      </dsp:txXfrm>
    </dsp:sp>
    <dsp:sp modelId="{8ECC612B-A223-4698-A021-B5BDF2E98B38}">
      <dsp:nvSpPr>
        <dsp:cNvPr id="0" name=""/>
        <dsp:cNvSpPr/>
      </dsp:nvSpPr>
      <dsp:spPr>
        <a:xfrm>
          <a:off x="6621763" y="1131011"/>
          <a:ext cx="1575965" cy="1508014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/>
            <a:t>Mener les entretiens (30 à 60 min par responsable)</a:t>
          </a:r>
          <a:endParaRPr lang="fr-FR" sz="1400" kern="1200" dirty="0"/>
        </a:p>
      </dsp:txBody>
      <dsp:txXfrm>
        <a:off x="6695378" y="1204626"/>
        <a:ext cx="1428735" cy="1360784"/>
      </dsp:txXfrm>
    </dsp:sp>
    <dsp:sp modelId="{7B72E707-FCE4-4B7C-9F60-24698C4121B2}">
      <dsp:nvSpPr>
        <dsp:cNvPr id="0" name=""/>
        <dsp:cNvSpPr/>
      </dsp:nvSpPr>
      <dsp:spPr>
        <a:xfrm>
          <a:off x="8276527" y="1131011"/>
          <a:ext cx="1575965" cy="1508014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/>
            <a:t>Transmettre les données d’ici fin octobre</a:t>
          </a:r>
          <a:endParaRPr lang="fr-FR" sz="1400" kern="1200" dirty="0"/>
        </a:p>
      </dsp:txBody>
      <dsp:txXfrm>
        <a:off x="8350142" y="1204626"/>
        <a:ext cx="1428735" cy="13607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4906A6-660E-4342-B9C0-C2373B43DBB7}" type="datetimeFigureOut">
              <a:t>18/11/2025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CF2144-4D77-41DC-9224-AC6257E876DA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269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61EA0F-A667-4B49-8422-0062BC55E24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09319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I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6EB8FC-5BBD-F943-8D10-FF57DD699E48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66708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6EB8FC-5BBD-F943-8D10-FF57DD699E48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44136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80612-87F2-46CF-50CA-9471F1DDF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457A720-FB59-0F03-4A53-8CBF5F8F02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98C0847-58B1-9AD0-9EA8-04679D4E8C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9E7968B-2F08-0C5F-1A3C-5BA8098B2F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6EB8FC-5BBD-F943-8D10-FF57DD699E48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5480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BB4F9-072B-73A7-FDAE-4B0238753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EC217D4-5B91-0D4E-93AD-BF1D503ABA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D0525EA-6555-A84F-9F65-A2C80B6808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357EAE2-BBD3-6E09-6BB2-E98C373BD3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6EB8FC-5BBD-F943-8D10-FF57DD699E48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38002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59E89-B91D-47DD-67FA-FB29C1B03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>
            <a:extLst>
              <a:ext uri="{FF2B5EF4-FFF2-40B4-BE49-F238E27FC236}">
                <a16:creationId xmlns:a16="http://schemas.microsoft.com/office/drawing/2014/main" id="{413BF803-F636-240F-8E83-598E0D85641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Notes Placeholder 2">
            <a:extLst>
              <a:ext uri="{FF2B5EF4-FFF2-40B4-BE49-F238E27FC236}">
                <a16:creationId xmlns:a16="http://schemas.microsoft.com/office/drawing/2014/main" id="{B567BC6A-C5BF-1AB9-7178-C00D846C3BE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5124" name="Slide Number Placeholder 3">
            <a:extLst>
              <a:ext uri="{FF2B5EF4-FFF2-40B4-BE49-F238E27FC236}">
                <a16:creationId xmlns:a16="http://schemas.microsoft.com/office/drawing/2014/main" id="{C62B0DE3-9AA3-1F76-4855-F11C9FAC8D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69650" indent="-296019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84077" indent="-236816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57705" indent="-236816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131337" indent="-236816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604969" indent="-23681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3078598" indent="-23681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552228" indent="-23681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4025857" indent="-23681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811667-6006-4250-B29A-568EFA5F68AB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57F891C-122D-7018-B566-AD8E7D2C70AA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50105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80F06-6A60-C3B4-35CA-C1B04D69D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>
            <a:extLst>
              <a:ext uri="{FF2B5EF4-FFF2-40B4-BE49-F238E27FC236}">
                <a16:creationId xmlns:a16="http://schemas.microsoft.com/office/drawing/2014/main" id="{26D40D82-640A-D211-F2D8-8F4631C9175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Notes Placeholder 2">
            <a:extLst>
              <a:ext uri="{FF2B5EF4-FFF2-40B4-BE49-F238E27FC236}">
                <a16:creationId xmlns:a16="http://schemas.microsoft.com/office/drawing/2014/main" id="{89F9148D-92D9-B299-3682-42ABF01AF8C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5124" name="Slide Number Placeholder 3">
            <a:extLst>
              <a:ext uri="{FF2B5EF4-FFF2-40B4-BE49-F238E27FC236}">
                <a16:creationId xmlns:a16="http://schemas.microsoft.com/office/drawing/2014/main" id="{AD54A9DB-D4CE-10FD-93C4-D0D93CF846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69650" indent="-296019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84077" indent="-236816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57705" indent="-236816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131337" indent="-236816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604969" indent="-23681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3078598" indent="-23681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552228" indent="-23681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4025857" indent="-23681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811667-6006-4250-B29A-568EFA5F68AB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EB37C2E-6EB0-B756-DB94-D0BC1999E1C4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91497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DF77B-4326-8647-12E1-1950B20F5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>
            <a:extLst>
              <a:ext uri="{FF2B5EF4-FFF2-40B4-BE49-F238E27FC236}">
                <a16:creationId xmlns:a16="http://schemas.microsoft.com/office/drawing/2014/main" id="{1C6BE2CB-76E3-C093-549D-267B7FB5362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Notes Placeholder 2">
            <a:extLst>
              <a:ext uri="{FF2B5EF4-FFF2-40B4-BE49-F238E27FC236}">
                <a16:creationId xmlns:a16="http://schemas.microsoft.com/office/drawing/2014/main" id="{F60F397C-7EB0-EE30-D980-0680B050AB9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5124" name="Slide Number Placeholder 3">
            <a:extLst>
              <a:ext uri="{FF2B5EF4-FFF2-40B4-BE49-F238E27FC236}">
                <a16:creationId xmlns:a16="http://schemas.microsoft.com/office/drawing/2014/main" id="{0D5C3EB0-F4D8-62C8-43DB-606596A906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69650" indent="-296019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84077" indent="-236816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57705" indent="-236816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131337" indent="-236816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604969" indent="-23681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3078598" indent="-23681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552228" indent="-23681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4025857" indent="-23681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811667-6006-4250-B29A-568EFA5F68AB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4A36ADA-26AA-774F-D2C9-B161EF98AE26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99813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8D7CF-2441-4657-AAA8-3AF77B213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>
            <a:extLst>
              <a:ext uri="{FF2B5EF4-FFF2-40B4-BE49-F238E27FC236}">
                <a16:creationId xmlns:a16="http://schemas.microsoft.com/office/drawing/2014/main" id="{9FC65306-2F21-7A1C-F153-CE4702E7855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Notes Placeholder 2">
            <a:extLst>
              <a:ext uri="{FF2B5EF4-FFF2-40B4-BE49-F238E27FC236}">
                <a16:creationId xmlns:a16="http://schemas.microsoft.com/office/drawing/2014/main" id="{84102E58-22B3-7744-8960-390B4A828B1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5124" name="Slide Number Placeholder 3">
            <a:extLst>
              <a:ext uri="{FF2B5EF4-FFF2-40B4-BE49-F238E27FC236}">
                <a16:creationId xmlns:a16="http://schemas.microsoft.com/office/drawing/2014/main" id="{9F468231-8794-E167-B2F2-5DC41DDC8A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69650" indent="-296019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84077" indent="-236816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57705" indent="-236816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131337" indent="-236816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604969" indent="-23681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3078598" indent="-23681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552228" indent="-23681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4025857" indent="-23681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811667-6006-4250-B29A-568EFA5F68AB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5CC046-5959-9AAD-748E-1192221E9BD5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25544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0491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1795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6923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7632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1866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854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0201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6407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90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2787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1775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E95B5E3D-CB4A-42B4-B4A8-2B0BF3B8ABB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6" progId="TCLayout.ActiveDocument.1">
                  <p:embed/>
                </p:oleObj>
              </mc:Choice>
              <mc:Fallback>
                <p:oleObj name="think-cell Slide" r:id="rId4" imgW="425" imgH="42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E95B5E3D-CB4A-42B4-B4A8-2B0BF3B8AB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0DA92DAC-F488-43C5-9D7F-27FF4541E39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en-US" sz="4000" b="1" i="0" baseline="0"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18342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5947FC-F887-D541-9097-4CCBA74BF9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I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A99380B-3F14-418A-C743-0C8BADAA7F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I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3264A5E-E9D9-5B92-663C-0E43352BD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B53AD-400A-4534-8B24-C7B9F8E32A93}" type="datetimeFigureOut">
              <a:rPr lang="fr-CI" smtClean="0"/>
              <a:t>17/11/2025</a:t>
            </a:fld>
            <a:endParaRPr lang="fr-CI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2343618-EB9D-1E2A-494B-B1F510D96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I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715DBA5-D6AF-00AE-4BE8-93A63B01E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745FD-6119-4FE0-9C0F-E0E671C2EF65}" type="slidenum">
              <a:rPr lang="fr-CI" smtClean="0"/>
              <a:t>‹N°›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15005876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E279C4-3FB7-EBEE-3E8B-8E04EB006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I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0DB65EB-869B-5F62-FFBC-C2D808A48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I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8FA3DE9-B166-4A28-0833-B685EEDCE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B53AD-400A-4534-8B24-C7B9F8E32A93}" type="datetimeFigureOut">
              <a:rPr lang="fr-CI" smtClean="0"/>
              <a:t>17/11/2025</a:t>
            </a:fld>
            <a:endParaRPr lang="fr-CI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4046D92-0C94-D8FF-537B-FF8294A2C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I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8F62BFD-F821-7FB2-CDF1-D8FBE9DB1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745FD-6119-4FE0-9C0F-E0E671C2EF65}" type="slidenum">
              <a:rPr lang="fr-CI" smtClean="0"/>
              <a:t>‹N°›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40888969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8838DB-10A3-F2E7-198A-05562B4C0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I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B0F243B-83BA-3731-59E9-DDA8EE8BEF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0F01B7E-794B-0CA2-313F-027A13088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B53AD-400A-4534-8B24-C7B9F8E32A93}" type="datetimeFigureOut">
              <a:rPr lang="fr-CI" smtClean="0"/>
              <a:t>17/11/2025</a:t>
            </a:fld>
            <a:endParaRPr lang="fr-CI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5830EBB-6586-DEB3-EEA2-13451D50E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I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6B38E72-3F31-6011-CEDF-E2867C978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745FD-6119-4FE0-9C0F-E0E671C2EF65}" type="slidenum">
              <a:rPr lang="fr-CI" smtClean="0"/>
              <a:t>‹N°›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38901085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94D1E22-2567-CCB2-9118-9B11BC8AB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I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24435E7-567B-A27C-C45E-43B5718BCA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I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F4A14E4-34AD-FE79-CE01-5A1DBD3FAD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I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9CACF6E-94F0-6541-B20A-89510BD5C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B53AD-400A-4534-8B24-C7B9F8E32A93}" type="datetimeFigureOut">
              <a:rPr lang="fr-CI" smtClean="0"/>
              <a:t>17/11/2025</a:t>
            </a:fld>
            <a:endParaRPr lang="fr-CI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5059B2B-C782-4DCE-B29C-BECB7DE57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I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6DAB802-A00B-A9DA-C802-F5B517673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745FD-6119-4FE0-9C0F-E0E671C2EF65}" type="slidenum">
              <a:rPr lang="fr-CI" smtClean="0"/>
              <a:t>‹N°›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19705826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2C579A-2A6E-86E8-8FD1-67528CB7B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I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04BF92F-727B-C9AE-4AE4-14AD89F494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16ECFF9-D6DE-4000-5E29-E835361EC1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I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9AC1BE5-447E-E601-29F0-A17FBAA64E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A42FEE6-5BAB-47D7-0BF3-137D8A82F7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I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4787A96-F095-B229-6F04-97E20CB6C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B53AD-400A-4534-8B24-C7B9F8E32A93}" type="datetimeFigureOut">
              <a:rPr lang="fr-CI" smtClean="0"/>
              <a:t>17/11/2025</a:t>
            </a:fld>
            <a:endParaRPr lang="fr-CI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374698A-461C-02DB-3AA3-49E046231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I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ACDDB8C-1168-7219-97A0-EFF056063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745FD-6119-4FE0-9C0F-E0E671C2EF65}" type="slidenum">
              <a:rPr lang="fr-CI" smtClean="0"/>
              <a:t>‹N°›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10395972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D01912-AA80-6A72-09A0-EA163D4E2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I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CCEE77F-D7B0-9B17-0BF0-EEA577CFA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B53AD-400A-4534-8B24-C7B9F8E32A93}" type="datetimeFigureOut">
              <a:rPr lang="fr-CI" smtClean="0"/>
              <a:t>17/11/2025</a:t>
            </a:fld>
            <a:endParaRPr lang="fr-CI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08A0A58-64AD-3BF4-9838-E89BCD7CF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I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41A44BC-8060-DA18-27C1-2BEA76C53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745FD-6119-4FE0-9C0F-E0E671C2EF65}" type="slidenum">
              <a:rPr lang="fr-CI" smtClean="0"/>
              <a:t>‹N°›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34233603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B9BB2F8-5E83-C394-05D6-106834867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B53AD-400A-4534-8B24-C7B9F8E32A93}" type="datetimeFigureOut">
              <a:rPr lang="fr-CI" smtClean="0"/>
              <a:t>17/11/2025</a:t>
            </a:fld>
            <a:endParaRPr lang="fr-CI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DD43856-7D91-A6FF-4E9C-DA239CB65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I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6AC01BF-6E06-11FD-DBE6-5AAC8C6C7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745FD-6119-4FE0-9C0F-E0E671C2EF65}" type="slidenum">
              <a:rPr lang="fr-CI" smtClean="0"/>
              <a:t>‹N°›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9420218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3A552A-B2D8-4C9A-310F-E0805CB3E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I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B1E6E96-14EF-45FF-C9C9-F3531BFAC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I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924E5B2-1970-0B7E-2914-258A80EB14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1B7E2A2-03B7-1C98-94FF-ED0A0B3B0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B53AD-400A-4534-8B24-C7B9F8E32A93}" type="datetimeFigureOut">
              <a:rPr lang="fr-CI" smtClean="0"/>
              <a:t>17/11/2025</a:t>
            </a:fld>
            <a:endParaRPr lang="fr-CI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DAECC0B-63E1-C6A7-A317-A023A54DA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I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9BE4854-CFD7-B842-82D3-BDEBD64A3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745FD-6119-4FE0-9C0F-E0E671C2EF65}" type="slidenum">
              <a:rPr lang="fr-CI" smtClean="0"/>
              <a:t>‹N°›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5985408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9458A6-9592-4C23-0B4B-3355337C1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I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1A1DD3E-6FF2-3BDE-732D-01BEF80D25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I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6C2398E-8F5A-B1F1-2D86-5BA1D51D84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6859324-3088-92EB-57CD-7206CC495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B53AD-400A-4534-8B24-C7B9F8E32A93}" type="datetimeFigureOut">
              <a:rPr lang="fr-CI" smtClean="0"/>
              <a:t>17/11/2025</a:t>
            </a:fld>
            <a:endParaRPr lang="fr-CI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0B7B158-0676-12DF-BED9-0F946FE26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I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23DA642-F6AF-62A0-BE0F-4B38AF3FC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745FD-6119-4FE0-9C0F-E0E671C2EF65}" type="slidenum">
              <a:rPr lang="fr-CI" smtClean="0"/>
              <a:t>‹N°›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35667586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0F3E8E-EE2A-6777-8641-893C623F6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I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69A4D6C-4513-9E9F-BF81-603BD860D9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I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6A97C58-1729-BCC9-C773-567A75760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B53AD-400A-4534-8B24-C7B9F8E32A93}" type="datetimeFigureOut">
              <a:rPr lang="fr-CI" smtClean="0"/>
              <a:t>17/11/2025</a:t>
            </a:fld>
            <a:endParaRPr lang="fr-CI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6EF6827-C23D-AE24-77E1-2EA9F7EC9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I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EAF4304-C9E7-4BAA-42BF-84D4B903A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745FD-6119-4FE0-9C0F-E0E671C2EF65}" type="slidenum">
              <a:rPr lang="fr-CI" smtClean="0"/>
              <a:t>‹N°›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2766539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B8AA5CB-311E-5D89-7E1B-2952FC39BA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I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C6DF591-1973-CAB6-7587-3C45EF2CF7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I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8875495-D87C-87A6-25C3-2F14BF716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B53AD-400A-4534-8B24-C7B9F8E32A93}" type="datetimeFigureOut">
              <a:rPr lang="fr-CI" smtClean="0"/>
              <a:t>17/11/2025</a:t>
            </a:fld>
            <a:endParaRPr lang="fr-CI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8443941-A4C0-D825-7037-824831715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I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6B81F48-A8A4-CAC8-EF0C-3B2FEF5E3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745FD-6119-4FE0-9C0F-E0E671C2EF65}" type="slidenum">
              <a:rPr lang="fr-CI" smtClean="0"/>
              <a:t>‹N°›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85468675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White 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E95B5E3D-CB4A-42B4-B4A8-2B0BF3B8ABB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6" progId="TCLayout.ActiveDocument.1">
                  <p:embed/>
                </p:oleObj>
              </mc:Choice>
              <mc:Fallback>
                <p:oleObj name="think-cell Slide" r:id="rId4" imgW="425" imgH="42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E95B5E3D-CB4A-42B4-B4A8-2B0BF3B8AB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0DA92DAC-F488-43C5-9D7F-27FF4541E39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en-US" sz="4000" b="1" i="0" baseline="0"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36456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White 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E95B5E3D-CB4A-42B4-B4A8-2B0BF3B8ABB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837050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6" progId="TCLayout.ActiveDocument.1">
                  <p:embed/>
                </p:oleObj>
              </mc:Choice>
              <mc:Fallback>
                <p:oleObj name="think-cell Slide" r:id="rId4" imgW="425" imgH="42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E95B5E3D-CB4A-42B4-B4A8-2B0BF3B8AB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0DA92DAC-F488-43C5-9D7F-27FF4541E39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en-US" sz="4000" b="1" i="0" baseline="0"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9303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01649" y="6477000"/>
            <a:ext cx="5355169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dirty="0"/>
            </a:lvl1pPr>
          </a:lstStyle>
          <a:p>
            <a:pPr>
              <a:spcBef>
                <a:spcPts val="600"/>
              </a:spcBef>
              <a:buSzPct val="100000"/>
            </a:pPr>
            <a:r>
              <a:rPr lang="fr-FR"/>
              <a:t>© 2021 Deloitte Côte d'Ivoire. Document Confidentiel</a:t>
            </a:r>
          </a:p>
        </p:txBody>
      </p:sp>
      <p:sp>
        <p:nvSpPr>
          <p:cNvPr id="10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382380" y="6477000"/>
            <a:ext cx="307974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r">
              <a:defRPr lang="fr-FR" sz="651" smtClean="0"/>
            </a:lvl1pPr>
          </a:lstStyle>
          <a:p>
            <a:pPr>
              <a:spcBef>
                <a:spcPts val="600"/>
              </a:spcBef>
              <a:buSzPct val="100000"/>
            </a:pPr>
            <a:fld id="{4654C24A-AA93-4318-A7E9-AF587A936244}" type="slidenum">
              <a:rPr lang="fr-CI" smtClean="0"/>
              <a:pPr>
                <a:spcBef>
                  <a:spcPts val="600"/>
                </a:spcBef>
                <a:buSzPct val="100000"/>
              </a:pPr>
              <a:t>‹N°›</a:t>
            </a:fld>
            <a:endParaRPr lang="fr-CI"/>
          </a:p>
        </p:txBody>
      </p:sp>
      <p:sp>
        <p:nvSpPr>
          <p:cNvPr id="11" name="Date Placeholder 8"/>
          <p:cNvSpPr>
            <a:spLocks noGrp="1"/>
          </p:cNvSpPr>
          <p:nvPr>
            <p:ph type="dt" sz="half" idx="2"/>
          </p:nvPr>
        </p:nvSpPr>
        <p:spPr>
          <a:xfrm>
            <a:off x="6335184" y="6477000"/>
            <a:ext cx="4896560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r">
              <a:defRPr lang="fr-FR" sz="651" smtClean="0"/>
            </a:lvl1pPr>
          </a:lstStyle>
          <a:p>
            <a:pPr algn="r">
              <a:buSzPct val="100000"/>
              <a:buFont typeface="Arial"/>
              <a:buNone/>
            </a:pPr>
            <a:r>
              <a:rPr lang="fr-FR"/>
              <a:t>Aigle Royal - Projet d'Organigramme</a:t>
            </a:r>
          </a:p>
        </p:txBody>
      </p:sp>
    </p:spTree>
    <p:extLst>
      <p:ext uri="{BB962C8B-B14F-4D97-AF65-F5344CB8AC3E}">
        <p14:creationId xmlns:p14="http://schemas.microsoft.com/office/powerpoint/2010/main" val="113508915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941B0-F4D5-4460-BCAD-F7E2B41A8257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11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63D2574-F1E7-6416-B748-A2D7B1791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I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80000B0-9996-BF6E-30D2-52A0F1FD5A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I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90EA739-DC3D-D09C-995E-C459F291DF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BB53AD-400A-4534-8B24-C7B9F8E32A93}" type="datetimeFigureOut">
              <a:rPr lang="fr-CI" smtClean="0"/>
              <a:t>17/11/2025</a:t>
            </a:fld>
            <a:endParaRPr lang="fr-CI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38A3567-4A79-C50C-9968-12B914393D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I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77A3676-36E3-9E96-E039-294B943D6D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C745FD-6119-4FE0-9C0F-E0E671C2EF65}" type="slidenum">
              <a:rPr lang="fr-CI" smtClean="0"/>
              <a:t>‹N°›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3821020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4" r:id="rId1"/>
    <p:sldLayoutId id="2147483815" r:id="rId2"/>
    <p:sldLayoutId id="2147483816" r:id="rId3"/>
    <p:sldLayoutId id="2147483817" r:id="rId4"/>
    <p:sldLayoutId id="2147483818" r:id="rId5"/>
    <p:sldLayoutId id="2147483819" r:id="rId6"/>
    <p:sldLayoutId id="2147483820" r:id="rId7"/>
    <p:sldLayoutId id="2147483821" r:id="rId8"/>
    <p:sldLayoutId id="2147483822" r:id="rId9"/>
    <p:sldLayoutId id="2147483823" r:id="rId10"/>
    <p:sldLayoutId id="2147483824" r:id="rId11"/>
    <p:sldLayoutId id="2147483825" r:id="rId12"/>
    <p:sldLayoutId id="2147483826" r:id="rId13"/>
    <p:sldLayoutId id="2147483827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4.jpe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.xml"/><Relationship Id="rId6" Type="http://schemas.openxmlformats.org/officeDocument/2006/relationships/image" Target="../media/image3.emf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4.jpeg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emf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3.emf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Relationship Id="rId9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3.emf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6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Relationship Id="rId9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3.emf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6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Relationship Id="rId9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3.emf"/><Relationship Id="rId7" Type="http://schemas.openxmlformats.org/officeDocument/2006/relationships/diagramColors" Target="../diagrams/colors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6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Relationship Id="rId9" Type="http://schemas.openxmlformats.org/officeDocument/2006/relationships/image" Target="../media/image4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EE3B18FE-7C76-9F52-5CB9-B48736D3922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E3B18FE-7C76-9F52-5CB9-B48736D392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A1ADDC43-E206-24D0-5D8D-6D8244D3F224}"/>
              </a:ext>
            </a:extLst>
          </p:cNvPr>
          <p:cNvSpPr/>
          <p:nvPr/>
        </p:nvSpPr>
        <p:spPr>
          <a:xfrm>
            <a:off x="-1" y="5128054"/>
            <a:ext cx="12204032" cy="17299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31BC18-A461-9459-FF13-870ACCC7D4F5}"/>
              </a:ext>
            </a:extLst>
          </p:cNvPr>
          <p:cNvSpPr txBox="1"/>
          <p:nvPr/>
        </p:nvSpPr>
        <p:spPr>
          <a:xfrm>
            <a:off x="0" y="2217822"/>
            <a:ext cx="11684297" cy="286232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fr-CI" sz="3600" b="1" dirty="0"/>
              <a:t>AUDIT COMPTABLE ET FINANCIER DU FPPN : SEPTEMBRE 2020 – 31 AOÛT 2026</a:t>
            </a:r>
            <a:endParaRPr lang="fr-FR" sz="4800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3600" b="1" kern="0" noProof="0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3600" kern="0" noProof="0" dirty="0">
                <a:latin typeface="Arial"/>
                <a:ea typeface="Arial" panose="020B0604020202020204" pitchFamily="34" charset="0"/>
                <a:cs typeface="Arial"/>
              </a:rPr>
              <a:t>Compte-rendu de la réunion de lancement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3600" kern="0" noProof="0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BCE8DF-D15A-1611-714D-BE2A1EEA1CAF}"/>
              </a:ext>
            </a:extLst>
          </p:cNvPr>
          <p:cNvSpPr/>
          <p:nvPr/>
        </p:nvSpPr>
        <p:spPr>
          <a:xfrm>
            <a:off x="0" y="476"/>
            <a:ext cx="12192000" cy="134233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92FC64EB-0B55-01C4-8547-54856A91A4E9}"/>
              </a:ext>
            </a:extLst>
          </p:cNvPr>
          <p:cNvSpPr txBox="1"/>
          <p:nvPr/>
        </p:nvSpPr>
        <p:spPr>
          <a:xfrm>
            <a:off x="253850" y="5623695"/>
            <a:ext cx="11684297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fr-FR" b="1" dirty="0">
                <a:solidFill>
                  <a:schemeClr val="bg1"/>
                </a:solidFill>
                <a:latin typeface="Arial" panose="020B0604020202020204"/>
              </a:rPr>
              <a:t>14 octobre 2026</a:t>
            </a: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F373F29-FD02-D441-421E-9A5FD078BDD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44" y="209354"/>
            <a:ext cx="1862188" cy="430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9826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CBAB4308-DF0D-45F3-8541-6658CEAA64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952200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766CE524-2C9A-A5E5-3707-0407A7604A52}"/>
              </a:ext>
            </a:extLst>
          </p:cNvPr>
          <p:cNvSpPr txBox="1">
            <a:spLocks/>
          </p:cNvSpPr>
          <p:nvPr/>
        </p:nvSpPr>
        <p:spPr>
          <a:xfrm>
            <a:off x="3073223" y="144779"/>
            <a:ext cx="6985885" cy="878305"/>
          </a:xfrm>
          <a:prstGeom prst="rect">
            <a:avLst/>
          </a:prstGeom>
          <a:solidFill>
            <a:sysClr val="window" lastClr="FFFFFF"/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377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rgbClr val="00206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Sommaire</a:t>
            </a: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C851286-E255-CF43-9588-E15BE146B55A}"/>
              </a:ext>
            </a:extLst>
          </p:cNvPr>
          <p:cNvSpPr txBox="1"/>
          <p:nvPr/>
        </p:nvSpPr>
        <p:spPr>
          <a:xfrm>
            <a:off x="3073223" y="1238237"/>
            <a:ext cx="4182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CE915A8-1D4D-C43F-5A25-B36CC8EEE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D839B8-3778-4DDD-94F5-899C98BA5659}" type="slidenum">
              <a:rPr kumimoji="0" lang="fr-CI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fr-CI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F2E36BAE-A987-E8AD-BC09-FBD754151E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8028478"/>
              </p:ext>
            </p:extLst>
          </p:nvPr>
        </p:nvGraphicFramePr>
        <p:xfrm>
          <a:off x="3073223" y="1237978"/>
          <a:ext cx="8872970" cy="2880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13561">
                  <a:extLst>
                    <a:ext uri="{9D8B030D-6E8A-4147-A177-3AD203B41FA5}">
                      <a16:colId xmlns:a16="http://schemas.microsoft.com/office/drawing/2014/main" val="1120210074"/>
                    </a:ext>
                  </a:extLst>
                </a:gridCol>
                <a:gridCol w="7144321">
                  <a:extLst>
                    <a:ext uri="{9D8B030D-6E8A-4147-A177-3AD203B41FA5}">
                      <a16:colId xmlns:a16="http://schemas.microsoft.com/office/drawing/2014/main" val="2311312400"/>
                    </a:ext>
                  </a:extLst>
                </a:gridCol>
                <a:gridCol w="815088">
                  <a:extLst>
                    <a:ext uri="{9D8B030D-6E8A-4147-A177-3AD203B41FA5}">
                      <a16:colId xmlns:a16="http://schemas.microsoft.com/office/drawing/2014/main" val="2403943257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just"/>
                      <a:r>
                        <a:rPr lang="fr-FR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fr-FR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Contexte et objectifs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9926736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b="1" i="0" u="none" strike="noStrike" noProof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Participants</a:t>
                      </a:r>
                      <a:endParaRPr lang="en-US" sz="1800" dirty="0" err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fr-FR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5739931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III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Points clés abordés</a:t>
                      </a:r>
                      <a:endParaRPr lang="fr-FR" sz="1800" b="0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8002749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fr-FR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fr-FR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Points d’attention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7635361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b="1" i="0" u="none" strike="noStrike" noProof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Prochaines étapes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0438035"/>
                  </a:ext>
                </a:extLst>
              </a:tr>
            </a:tbl>
          </a:graphicData>
        </a:graphic>
      </p:graphicFrame>
      <p:pic>
        <p:nvPicPr>
          <p:cNvPr id="10" name="Image 9">
            <a:extLst>
              <a:ext uri="{FF2B5EF4-FFF2-40B4-BE49-F238E27FC236}">
                <a16:creationId xmlns:a16="http://schemas.microsoft.com/office/drawing/2014/main" id="{0D7FDFE1-A5D1-7079-8706-CF23E784E7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8252" y="209532"/>
            <a:ext cx="1398640" cy="323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580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4D774-658D-4DAC-B56C-9D96B76C3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3C4E2E-E234-CCA6-D30D-C38594517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7814885-C479-0487-1DF1-F5988B896B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D2664AA-78E3-1461-F077-D689901D3D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679192" cy="685800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B7097741-2941-DF73-E5F4-B702AE6118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9324" y="0"/>
            <a:ext cx="2679192" cy="685800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4B2ED4B6-5521-EF02-AB3B-6173332627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2992" y="0"/>
            <a:ext cx="2679192" cy="685800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C0887F5D-5480-A04E-ED96-24A62753D4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9728" y="0"/>
            <a:ext cx="2679192" cy="685800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A351A3D2-177C-40C6-8DD9-BCC9CCD386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2808" y="0"/>
            <a:ext cx="2679192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2BCC301-8B0C-C7B7-2FD3-23398B616E4A}"/>
              </a:ext>
            </a:extLst>
          </p:cNvPr>
          <p:cNvSpPr/>
          <p:nvPr/>
        </p:nvSpPr>
        <p:spPr>
          <a:xfrm>
            <a:off x="692538" y="2926080"/>
            <a:ext cx="9246990" cy="8138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TC Avant Garde Std Bk"/>
                <a:ea typeface="+mn-ea"/>
                <a:cs typeface="Helvetica"/>
              </a:rPr>
              <a:t>Contexte et objectifs</a:t>
            </a:r>
            <a:endParaRPr kumimoji="0" lang="fr-CI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TC Avant Garde Std Bk"/>
              <a:ea typeface="+mn-ea"/>
              <a:cs typeface="Helvetica"/>
            </a:endParaRPr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8CCB8F76-3F90-A956-3B76-CBD564993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0825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D839B8-3778-4DDD-94F5-899C98BA5659}" type="slidenum">
              <a:rPr kumimoji="0" lang="fr-CI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fr-CI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1626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1532C302-068F-6D8C-C667-EEC1E9666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D839B8-3778-4DDD-94F5-899C98BA5659}" type="slidenum">
              <a:rPr kumimoji="0" lang="fr-CI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fr-CI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B0A6F1-688B-6F36-EF12-D84C6AAF65D1}"/>
              </a:ext>
            </a:extLst>
          </p:cNvPr>
          <p:cNvSpPr/>
          <p:nvPr/>
        </p:nvSpPr>
        <p:spPr>
          <a:xfrm>
            <a:off x="0" y="0"/>
            <a:ext cx="12192000" cy="1305762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Contexte et objectifs</a:t>
            </a:r>
            <a:endParaRPr kumimoji="0" lang="fr-FR" sz="24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2400" b="1" kern="0" dirty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lvl="0">
              <a:defRPr/>
            </a:pPr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Dans le cadre de l’audit comptable et financier du Fonds de Prévoyance de la Police Nationale (FPPN) confié à Adenka, cette réunion de lancement avait pour objectif de présenter l’équipe et la démarche, de rappeler les attentes des termes de référence (TDR) et d’organiser le démarrage des travaux.</a:t>
            </a:r>
            <a:endParaRPr kumimoji="0" lang="en-US" sz="140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286EA16-2326-59DA-7E64-CCA5CDA4293F}"/>
              </a:ext>
            </a:extLst>
          </p:cNvPr>
          <p:cNvSpPr txBox="1"/>
          <p:nvPr/>
        </p:nvSpPr>
        <p:spPr>
          <a:xfrm>
            <a:off x="419100" y="1583837"/>
            <a:ext cx="11353800" cy="6724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fr-FR" dirty="0" b="0"/>
              <a:t>L’objectif de la mission est d’établir un </a:t>
            </a:r>
            <a:r>
              <a:rPr lang="fr-FR" dirty="0" b="1"/>
              <a:t>diagnostic indépendant de la régularité et de la sincérité des comptes</a:t>
            </a:r>
            <a:r>
              <a:rPr lang="fr-FR" dirty="0" b="0"/>
              <a:t> du FPPN, de </a:t>
            </a:r>
            <a:r>
              <a:rPr lang="fr-FR" dirty="0" b="1"/>
              <a:t>septembre 2020 au 31 août 2026</a:t>
            </a:r>
            <a:r>
              <a:rPr lang="fr-FR" dirty="0" b="0"/>
              <a:t>. Les TDR portent sur :</a:t>
            </a:r>
            <a:endParaRPr lang="fr-CI" dirty="0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CDC544E9-334D-1F64-2EA0-DF4187DDDC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9226" y="212880"/>
            <a:ext cx="1398640" cy="323507"/>
          </a:xfrm>
          <a:prstGeom prst="rect">
            <a:avLst/>
          </a:prstGeom>
        </p:spPr>
      </p:pic>
      <p:graphicFrame>
        <p:nvGraphicFramePr>
          <p:cNvPr id="11" name="Diagramme 10">
            <a:extLst>
              <a:ext uri="{FF2B5EF4-FFF2-40B4-BE49-F238E27FC236}">
                <a16:creationId xmlns:a16="http://schemas.microsoft.com/office/drawing/2014/main" id="{30C17EE7-131D-349B-8DAB-89FFA8569E5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69459993"/>
              </p:ext>
            </p:extLst>
          </p:nvPr>
        </p:nvGraphicFramePr>
        <p:xfrm>
          <a:off x="1627632" y="2350008"/>
          <a:ext cx="8732520" cy="39199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172686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CD45E-53B0-E6A6-BD42-D2ED0D5AE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133BBF4E-4E7E-5C78-611D-2A8E4F118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D839B8-3778-4DDD-94F5-899C98BA5659}" type="slidenum">
              <a:rPr kumimoji="0" lang="fr-CI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fr-CI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4E4262-E239-00AD-7AFF-28ABAB3C2F86}"/>
              </a:ext>
            </a:extLst>
          </p:cNvPr>
          <p:cNvSpPr/>
          <p:nvPr/>
        </p:nvSpPr>
        <p:spPr>
          <a:xfrm>
            <a:off x="0" y="0"/>
            <a:ext cx="12192000" cy="816728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Objectifs de la réunion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8ACA673-5C84-CC79-5D0C-0CCB6B03C382}"/>
              </a:ext>
            </a:extLst>
          </p:cNvPr>
          <p:cNvSpPr txBox="1"/>
          <p:nvPr/>
        </p:nvSpPr>
        <p:spPr>
          <a:xfrm>
            <a:off x="0" y="816728"/>
            <a:ext cx="1219200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réunion a permis au Président du Conseil d’administration d’ouvrir officiellement la mission et à l’équipe Adenka de présenter son approche. L’objectif principal de la réunion était de faire le point sur :</a:t>
            </a:r>
            <a:endParaRPr lang="fr-CI" sz="15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C639C4D0-1E41-9B0D-1E3F-71F3E43BBF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3006" y="246611"/>
            <a:ext cx="1398640" cy="323507"/>
          </a:xfrm>
          <a:prstGeom prst="rect">
            <a:avLst/>
          </a:prstGeom>
        </p:spPr>
      </p:pic>
      <p:graphicFrame>
        <p:nvGraphicFramePr>
          <p:cNvPr id="5" name="Diagramme 4">
            <a:extLst>
              <a:ext uri="{FF2B5EF4-FFF2-40B4-BE49-F238E27FC236}">
                <a16:creationId xmlns:a16="http://schemas.microsoft.com/office/drawing/2014/main" id="{A386BDB4-E921-5198-0317-18373A669C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94290779"/>
              </p:ext>
            </p:extLst>
          </p:nvPr>
        </p:nvGraphicFramePr>
        <p:xfrm>
          <a:off x="1771904" y="1525098"/>
          <a:ext cx="8648192" cy="49077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450954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DE89B-51EF-AE7E-05F0-3397D2B9F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27647B-6A0F-D19B-A2AE-6C4E45EAD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7724659-92F8-F285-603E-9012B88669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7DFE9C3-EFC0-C1DD-8C7B-B07E57A6A6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679192" cy="685800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8BB4198-E6CD-CE24-B368-CAEA143E83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9324" y="0"/>
            <a:ext cx="2679192" cy="685800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41EA6DD7-1319-408D-ECE8-F5D185B8B6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2992" y="0"/>
            <a:ext cx="2679192" cy="685800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B85170C6-9995-940C-7917-DC5CDAD6E2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9728" y="0"/>
            <a:ext cx="2679192" cy="685800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D259C839-4744-4244-A7E5-6097ABE54A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2808" y="0"/>
            <a:ext cx="2679192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5E1D2B5-7A55-3196-B021-0514A12BC77A}"/>
              </a:ext>
            </a:extLst>
          </p:cNvPr>
          <p:cNvSpPr/>
          <p:nvPr/>
        </p:nvSpPr>
        <p:spPr>
          <a:xfrm>
            <a:off x="692538" y="2926080"/>
            <a:ext cx="9246990" cy="8138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TC Avant Garde Std Bk"/>
                <a:ea typeface="+mn-ea"/>
                <a:cs typeface="Helvetica"/>
              </a:rPr>
              <a:t>Participants</a:t>
            </a:r>
            <a:endParaRPr kumimoji="0" lang="fr-CI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TC Avant Garde Std Bk"/>
              <a:ea typeface="+mn-ea"/>
              <a:cs typeface="Helvetica"/>
            </a:endParaRPr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CF414728-1610-DA62-7536-731BCD91C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0825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D839B8-3778-4DDD-94F5-899C98BA5659}" type="slidenum">
              <a:rPr kumimoji="0" lang="fr-CI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fr-CI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7143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EC7F1-8D45-7B84-A1CC-68BE77C27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959D94B3-F495-79E1-B254-7D403E960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D839B8-3778-4DDD-94F5-899C98BA5659}" type="slidenum">
              <a:rPr kumimoji="0" lang="fr-CI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fr-CI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5D5474-0B26-6E43-8CC7-868DC4CF3B26}"/>
              </a:ext>
            </a:extLst>
          </p:cNvPr>
          <p:cNvSpPr/>
          <p:nvPr/>
        </p:nvSpPr>
        <p:spPr>
          <a:xfrm>
            <a:off x="0" y="0"/>
            <a:ext cx="12192000" cy="816728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Participants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AC69C31-DCE1-D00D-6FC7-9550D2F5959C}"/>
              </a:ext>
            </a:extLst>
          </p:cNvPr>
          <p:cNvSpPr txBox="1"/>
          <p:nvPr/>
        </p:nvSpPr>
        <p:spPr>
          <a:xfrm>
            <a:off x="0" y="816728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Les participants incluaient, côté FPPN, le Président du Conseil d’administration, des membres de la direction et des responsables de service ; ainsi que l’équipe Adenka.</a:t>
            </a:r>
            <a:endParaRPr lang="fr-CI" sz="15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AA4E0405-BC72-DF79-93DC-BACCF86570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3006" y="246611"/>
            <a:ext cx="1398640" cy="323507"/>
          </a:xfrm>
          <a:prstGeom prst="rect">
            <a:avLst/>
          </a:prstGeom>
        </p:spPr>
      </p:pic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85016301-FF85-C6DB-2C44-706DEAECDE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2281169"/>
              </p:ext>
            </p:extLst>
          </p:nvPr>
        </p:nvGraphicFramePr>
        <p:xfrm>
          <a:off x="838200" y="1943894"/>
          <a:ext cx="10162032" cy="347472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5023104">
                  <a:extLst>
                    <a:ext uri="{9D8B030D-6E8A-4147-A177-3AD203B41FA5}">
                      <a16:colId xmlns:a16="http://schemas.microsoft.com/office/drawing/2014/main" val="3682588154"/>
                    </a:ext>
                  </a:extLst>
                </a:gridCol>
                <a:gridCol w="5138928">
                  <a:extLst>
                    <a:ext uri="{9D8B030D-6E8A-4147-A177-3AD203B41FA5}">
                      <a16:colId xmlns:a16="http://schemas.microsoft.com/office/drawing/2014/main" val="1072260881"/>
                    </a:ext>
                  </a:extLst>
                </a:gridCol>
              </a:tblGrid>
              <a:tr h="259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I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FPPN</a:t>
                      </a:r>
                      <a:endParaRPr lang="fr-CI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I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Adenka</a:t>
                      </a:r>
                      <a:endParaRPr lang="fr-CI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144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CI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Président du Conseil d’administration (Inspecteur général de police)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CI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CI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Membres de la direction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CI" dirty="0" err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CI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Responsables de service</a:t>
                      </a:r>
                      <a:endParaRPr lang="fr-CI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CI" dirty="0" err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fr-CI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CI" dirty="0" err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CI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M. Wabi – Associé responsable de la mission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CI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CI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Inès Pam – Directrice de mission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CI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CI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Joël Kama – Directeur du pôle juridique et fiscal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fr-CI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CI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Sialou Jean-Noël – Actuaire, pôle expertise technique</a:t>
                      </a:r>
                      <a:endParaRPr lang="fr-CI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69755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85979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94161-CAB4-1CF5-65CD-366E4D468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3CF589-3136-6DC0-C5B3-14EFFFF95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53F92BA-09C6-6C95-0805-9755E55A1A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DBDA494-08CB-F658-F0AA-5396C79B0F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679192" cy="685800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458C9AC5-85FC-BBE2-1E1D-2B8D8EA006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9324" y="0"/>
            <a:ext cx="2679192" cy="685800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71A3BEDB-7A38-1F1D-24E1-056FC6B654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2992" y="0"/>
            <a:ext cx="2679192" cy="685800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E84A6A0C-A0FA-6B2D-83E6-179EEE4D5A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9728" y="0"/>
            <a:ext cx="2679192" cy="685800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C5EFFA4D-8C03-BDEB-0E8E-EFAF8BA00D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2808" y="0"/>
            <a:ext cx="2679192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B77FC52-10EF-1984-71CB-1863C4FA8FE5}"/>
              </a:ext>
            </a:extLst>
          </p:cNvPr>
          <p:cNvSpPr/>
          <p:nvPr/>
        </p:nvSpPr>
        <p:spPr>
          <a:xfrm>
            <a:off x="196917" y="3003804"/>
            <a:ext cx="11798166" cy="8503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TC Avant Garde Std Bk"/>
                <a:ea typeface="+mn-ea"/>
                <a:cs typeface="Helvetica"/>
              </a:rPr>
              <a:t>Points clés abordés</a:t>
            </a:r>
            <a:endParaRPr kumimoji="0" lang="fr-CI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TC Avant Garde Std Bk"/>
              <a:ea typeface="+mn-ea"/>
              <a:cs typeface="Helvetica"/>
            </a:endParaRPr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006F0BDE-7B4A-D6EE-6DCE-A87C5CDD3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0825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D839B8-3778-4DDD-94F5-899C98BA5659}" type="slidenum">
              <a:rPr kumimoji="0" lang="fr-CI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fr-CI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6312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10109-ECEB-DDF3-7450-10B428A12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2D5E7-F6E8-BD75-8B9E-66F6F48C3F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82954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fld id="{4654C24A-AA93-4318-A7E9-AF587A936244}" type="slidenum">
              <a:rPr kumimoji="0" lang="fr-FR" sz="651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r" defTabSz="829544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t>9</a:t>
            </a:fld>
            <a:endParaRPr kumimoji="0" lang="fr-FR" sz="651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8DCAB1-5CCB-EBA8-1F64-5A33E6153366}"/>
              </a:ext>
            </a:extLst>
          </p:cNvPr>
          <p:cNvSpPr/>
          <p:nvPr/>
        </p:nvSpPr>
        <p:spPr>
          <a:xfrm>
            <a:off x="74735" y="-13105"/>
            <a:ext cx="12079251" cy="1292662"/>
          </a:xfrm>
          <a:prstGeom prst="rect">
            <a:avLst/>
          </a:prstGeom>
          <a:effectLst/>
        </p:spPr>
        <p:txBody>
          <a:bodyPr wrap="square" lIns="0" tIns="45720" rIns="91440" bIns="45720" anchor="t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I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Points clés abordés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lvl="0" algn="just">
              <a:defRPr/>
            </a:pPr>
            <a:r>
              <a:rPr lang="fr-FR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Les échanges ont porté sur la démarche d’audit et son calendrier, les référentiels applicables et les risques identifiés à ce stade.</a:t>
            </a:r>
            <a:endParaRPr kumimoji="0" lang="fr-FR" sz="15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17C87E1B-FD05-6AD7-7761-0932FE8F8D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8252" y="209532"/>
            <a:ext cx="1398640" cy="323507"/>
          </a:xfrm>
          <a:prstGeom prst="rect">
            <a:avLst/>
          </a:prstGeom>
        </p:spPr>
      </p:pic>
      <p:graphicFrame>
        <p:nvGraphicFramePr>
          <p:cNvPr id="7" name="Diagramme 6">
            <a:extLst>
              <a:ext uri="{FF2B5EF4-FFF2-40B4-BE49-F238E27FC236}">
                <a16:creationId xmlns:a16="http://schemas.microsoft.com/office/drawing/2014/main" id="{2434D5EA-DA0E-B190-FBB0-9855596B8E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85248185"/>
              </p:ext>
            </p:extLst>
          </p:nvPr>
        </p:nvGraphicFramePr>
        <p:xfrm>
          <a:off x="320040" y="1838512"/>
          <a:ext cx="11466576" cy="42998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880285743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08CB7-46D6-007B-92A8-EEC56B7EE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1FC70D-25ED-DCDD-3BD1-BB2616690D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82954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fld id="{4654C24A-AA93-4318-A7E9-AF587A936244}" type="slidenum">
              <a:rPr kumimoji="0" lang="fr-FR" sz="651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r" defTabSz="829544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t>10</a:t>
            </a:fld>
            <a:endParaRPr kumimoji="0" lang="fr-FR" sz="651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48186DF1-1E91-514F-4038-B1A8F06C99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8252" y="209532"/>
            <a:ext cx="1398640" cy="323507"/>
          </a:xfrm>
          <a:prstGeom prst="rect">
            <a:avLst/>
          </a:prstGeom>
        </p:spPr>
      </p:pic>
      <p:graphicFrame>
        <p:nvGraphicFramePr>
          <p:cNvPr id="7" name="Diagramme 6">
            <a:extLst>
              <a:ext uri="{FF2B5EF4-FFF2-40B4-BE49-F238E27FC236}">
                <a16:creationId xmlns:a16="http://schemas.microsoft.com/office/drawing/2014/main" id="{45F45160-676E-B6C5-E8FA-470A956BB45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1227805"/>
              </p:ext>
            </p:extLst>
          </p:nvPr>
        </p:nvGraphicFramePr>
        <p:xfrm>
          <a:off x="1647516" y="1701352"/>
          <a:ext cx="8933688" cy="4452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CAE28AA7-B698-7506-323B-4594515B34A0}"/>
              </a:ext>
            </a:extLst>
          </p:cNvPr>
          <p:cNvSpPr/>
          <p:nvPr/>
        </p:nvSpPr>
        <p:spPr>
          <a:xfrm>
            <a:off x="74735" y="-13105"/>
            <a:ext cx="12117265" cy="1292662"/>
          </a:xfrm>
          <a:prstGeom prst="rect">
            <a:avLst/>
          </a:prstGeom>
          <a:effectLst/>
        </p:spPr>
        <p:txBody>
          <a:bodyPr wrap="square" lIns="0" tIns="45720" rIns="91440" bIns="45720" anchor="t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I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Points clés abordés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lvl="0" algn="just">
              <a:defRPr/>
            </a:pPr>
            <a:r>
              <a:rPr lang="fr-FR" sz="15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Les échanges ont aussi porté sur les travaux à lancer en priorité et sur les engagements pris par le FPPN pour faciliter la mission.</a:t>
            </a:r>
            <a:endParaRPr kumimoji="0" lang="fr-FR" sz="150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1912865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9FE73-4065-B7B2-4FAA-FC04AEC7C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C42E13-129C-5D72-877D-B85F2ED92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30961ED-D0FE-F793-8983-0CF5E85F2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E8C6359-1EF0-F9FA-197F-7C8B5CC18D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679192" cy="685800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94089A3A-4FB4-99E6-593E-5CB18664A6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9324" y="0"/>
            <a:ext cx="2679192" cy="685800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0CF87E9B-AE2B-745F-1B34-8F37C1EC09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2992" y="0"/>
            <a:ext cx="2679192" cy="685800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AFB5DE4D-5723-2179-6EBD-A58CD1D7A1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9728" y="0"/>
            <a:ext cx="2679192" cy="685800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7CB10E22-46B1-7116-6B56-3A65E57476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2808" y="0"/>
            <a:ext cx="2679192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0109BAC-45F7-3C7C-A786-2D564EB5AFDC}"/>
              </a:ext>
            </a:extLst>
          </p:cNvPr>
          <p:cNvSpPr/>
          <p:nvPr/>
        </p:nvSpPr>
        <p:spPr>
          <a:xfrm>
            <a:off x="196917" y="3003804"/>
            <a:ext cx="11798166" cy="8503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TC Avant Garde Std Bk"/>
                <a:ea typeface="+mn-ea"/>
                <a:cs typeface="Helvetica"/>
              </a:rPr>
              <a:t>Points d’attention</a:t>
            </a:r>
            <a:endParaRPr kumimoji="0" lang="fr-CI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TC Avant Garde Std Bk"/>
              <a:ea typeface="+mn-ea"/>
              <a:cs typeface="Helvetica"/>
            </a:endParaRPr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3F52BBD5-8994-3562-1891-846A40CA7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0825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D839B8-3778-4DDD-94F5-899C98BA5659}" type="slidenum">
              <a:rPr kumimoji="0" lang="fr-CI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fr-CI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67926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C20B1-C742-3982-A8BD-C9F6D777B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5E58B7-D9EA-9D77-6DDB-668AFC9D57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82954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fld id="{4654C24A-AA93-4318-A7E9-AF587A936244}" type="slidenum">
              <a:rPr kumimoji="0" lang="fr-FR" sz="651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r" defTabSz="829544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t>12</a:t>
            </a:fld>
            <a:endParaRPr kumimoji="0" lang="fr-FR" sz="651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DCA449-0EF3-8BEA-D204-3E969A1295F9}"/>
              </a:ext>
            </a:extLst>
          </p:cNvPr>
          <p:cNvSpPr/>
          <p:nvPr/>
        </p:nvSpPr>
        <p:spPr>
          <a:xfrm>
            <a:off x="74735" y="-13105"/>
            <a:ext cx="12079251" cy="1323439"/>
          </a:xfrm>
          <a:prstGeom prst="rect">
            <a:avLst/>
          </a:prstGeom>
          <a:effectLst/>
        </p:spPr>
        <p:txBody>
          <a:bodyPr wrap="square" lIns="0" tIns="45720" rIns="91440" bIns="45720" anchor="t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I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Points d’attention</a:t>
            </a:r>
            <a:endParaRPr lang="fr-FR" sz="2400" b="1" dirty="0">
              <a:solidFill>
                <a:prstClr val="black"/>
              </a:solidFill>
              <a:latin typeface="Arial" panose="020B0604020202020204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lvl="0" algn="just">
              <a:defRPr/>
            </a:pPr>
            <a:r>
              <a:rPr lang="fr-FR" sz="15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Plusieurs points restent à confirmer ou à traiter en priorité pour tenir les délais de la mission.</a:t>
            </a:r>
            <a:endParaRPr kumimoji="0" lang="en-US" sz="150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D0D8703B-83A3-7F5B-B326-B2F1FD1C91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8252" y="209532"/>
            <a:ext cx="1398640" cy="323507"/>
          </a:xfrm>
          <a:prstGeom prst="rect">
            <a:avLst/>
          </a:prstGeom>
        </p:spPr>
      </p:pic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490F7AC6-01EB-AF22-4644-AA364C3552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1434880"/>
              </p:ext>
            </p:extLst>
          </p:nvPr>
        </p:nvGraphicFramePr>
        <p:xfrm>
          <a:off x="566920" y="1383322"/>
          <a:ext cx="10815460" cy="4550843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807816">
                  <a:extLst>
                    <a:ext uri="{9D8B030D-6E8A-4147-A177-3AD203B41FA5}">
                      <a16:colId xmlns:a16="http://schemas.microsoft.com/office/drawing/2014/main" val="2297088764"/>
                    </a:ext>
                  </a:extLst>
                </a:gridCol>
                <a:gridCol w="5840516">
                  <a:extLst>
                    <a:ext uri="{9D8B030D-6E8A-4147-A177-3AD203B41FA5}">
                      <a16:colId xmlns:a16="http://schemas.microsoft.com/office/drawing/2014/main" val="987382515"/>
                    </a:ext>
                  </a:extLst>
                </a:gridCol>
                <a:gridCol w="2167128">
                  <a:extLst>
                    <a:ext uri="{9D8B030D-6E8A-4147-A177-3AD203B41FA5}">
                      <a16:colId xmlns:a16="http://schemas.microsoft.com/office/drawing/2014/main" val="15588163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CI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Point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CI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CI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Niveau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6367068"/>
                  </a:ext>
                </a:extLst>
              </a:tr>
              <a:tr h="7277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I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Délais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Rapport provisoire attendu le 25 novembre : les données doivent être transmises d’ici fin octobre au plus tard.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CI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🔴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7602201"/>
                  </a:ext>
                </a:extLst>
              </a:tr>
              <a:tr h="11643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I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Données par adhérent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Accès en lecture à la base des adhérents et fichiers individuels (épargne, prestations) nécessaires au volet actuariel.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CI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🔴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8369822"/>
                  </a:ext>
                </a:extLst>
              </a:tr>
              <a:tr h="7277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I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Dates de clôture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Clôture au 31 août ou au 31 décembre : question posée, réponse à confirmer.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CI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🟠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7147479"/>
                  </a:ext>
                </a:extLst>
              </a:tr>
              <a:tr h="7277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I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Points focaux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Noms des interlocuteurs à confirmer par le FPPN.</a:t>
                      </a:r>
                      <a:endParaRPr lang="fr-FR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CI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🟠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796429"/>
                  </a:ext>
                </a:extLst>
              </a:tr>
              <a:tr h="7277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Crédits mutualistes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Prêts aux adhérents à intégrer dans l’analyse actifs / passifs (risque de non-remboursement).</a:t>
                      </a:r>
                      <a:endParaRPr lang="fr-FR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CI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🟢 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4064601"/>
                  </a:ext>
                </a:extLst>
              </a:tr>
            </a:tbl>
          </a:graphicData>
        </a:graphic>
      </p:graphicFrame>
      <p:sp>
        <p:nvSpPr>
          <p:cNvPr id="10" name="ZoneTexte 9">
            <a:extLst>
              <a:ext uri="{FF2B5EF4-FFF2-40B4-BE49-F238E27FC236}">
                <a16:creationId xmlns:a16="http://schemas.microsoft.com/office/drawing/2014/main" id="{D2EFBC5A-7280-4523-A0A1-A9BDE4E648C6}"/>
              </a:ext>
            </a:extLst>
          </p:cNvPr>
          <p:cNvSpPr txBox="1"/>
          <p:nvPr/>
        </p:nvSpPr>
        <p:spPr>
          <a:xfrm>
            <a:off x="5430552" y="5999946"/>
            <a:ext cx="595182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>
                <a:latin typeface="Arial" panose="020B0604020202020204" pitchFamily="34" charset="0"/>
                <a:cs typeface="Arial" panose="020B0604020202020204" pitchFamily="34" charset="0"/>
              </a:rPr>
              <a:t>🔴 Rouge : à traiter immédiatement.</a:t>
            </a:r>
          </a:p>
          <a:p>
            <a:r>
              <a:rPr lang="fr-FR" sz="1400" dirty="0">
                <a:latin typeface="Arial" panose="020B0604020202020204" pitchFamily="34" charset="0"/>
                <a:cs typeface="Arial" panose="020B0604020202020204" pitchFamily="34" charset="0"/>
              </a:rPr>
              <a:t>🟠 Orange : à confirmer rapidement.</a:t>
            </a:r>
          </a:p>
          <a:p>
            <a:r>
              <a:rPr lang="fr-FR" sz="1400" dirty="0">
                <a:latin typeface="Arial" panose="020B0604020202020204" pitchFamily="34" charset="0"/>
                <a:cs typeface="Arial" panose="020B0604020202020204" pitchFamily="34" charset="0"/>
              </a:rPr>
              <a:t>🟢 Vert : à intégrer dans les travaux.</a:t>
            </a:r>
            <a:endParaRPr lang="en-US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7435807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AF3B8-387B-88D6-B4B6-CA2250B82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AE4C5F-5187-0FE9-FF4D-646928F07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095F3BB-8312-AB07-AA31-938E4E0B04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6D49435-D727-F590-4B63-5C17D6FD48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679192" cy="685800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0F87D702-74C6-6870-E0F0-EFCF8E901A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9324" y="0"/>
            <a:ext cx="2679192" cy="685800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DE3A1B93-F51D-35D5-FA2A-8ACB708E37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2992" y="0"/>
            <a:ext cx="2679192" cy="685800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FD7A0E6A-2C2F-5785-A1CE-E92D81950B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9728" y="0"/>
            <a:ext cx="2679192" cy="685800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5D1CC57B-C705-A02F-61BC-5149B6EC51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2808" y="0"/>
            <a:ext cx="2679192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CE77DE6-3CE8-0FA6-4544-39AAA360A354}"/>
              </a:ext>
            </a:extLst>
          </p:cNvPr>
          <p:cNvSpPr/>
          <p:nvPr/>
        </p:nvSpPr>
        <p:spPr>
          <a:xfrm>
            <a:off x="196917" y="3003804"/>
            <a:ext cx="11798166" cy="8503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TC Avant Garde Std Bk"/>
                <a:ea typeface="+mn-ea"/>
                <a:cs typeface="Helvetica"/>
              </a:rPr>
              <a:t>Prochaines étapes</a:t>
            </a:r>
            <a:endParaRPr kumimoji="0" lang="fr-CI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TC Avant Garde Std Bk"/>
              <a:ea typeface="+mn-ea"/>
              <a:cs typeface="Helvetica"/>
            </a:endParaRPr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39BCA2F2-9BDF-1681-68D6-03A10A33C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0825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D839B8-3778-4DDD-94F5-899C98BA5659}" type="slidenum">
              <a:rPr kumimoji="0" lang="fr-CI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fr-CI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80208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E7F04-CA90-01EC-4886-6797BEE64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8CEB07-0950-FC7D-7D16-1743FAA6D5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82954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fld id="{4654C24A-AA93-4318-A7E9-AF587A936244}" type="slidenum">
              <a:rPr kumimoji="0" lang="fr-FR" sz="651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r" defTabSz="829544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t>14</a:t>
            </a:fld>
            <a:endParaRPr kumimoji="0" lang="fr-FR" sz="651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CF7B63-C2EB-C5B1-7E2B-D6697BF44620}"/>
              </a:ext>
            </a:extLst>
          </p:cNvPr>
          <p:cNvSpPr/>
          <p:nvPr/>
        </p:nvSpPr>
        <p:spPr>
          <a:xfrm>
            <a:off x="74735" y="-13105"/>
            <a:ext cx="12079251" cy="1061829"/>
          </a:xfrm>
          <a:prstGeom prst="rect">
            <a:avLst/>
          </a:prstGeom>
          <a:effectLst/>
        </p:spPr>
        <p:txBody>
          <a:bodyPr wrap="square" lIns="0" tIns="45720" rIns="91440" bIns="45720" anchor="t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I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Prochaines étapes</a:t>
            </a:r>
            <a:endParaRPr lang="fr-FR" sz="2400" b="1" dirty="0">
              <a:solidFill>
                <a:prstClr val="black"/>
              </a:solidFill>
              <a:latin typeface="Arial" panose="020B0604020202020204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lvl="0" algn="just">
              <a:defRPr/>
            </a:pPr>
            <a:r>
              <a:rPr lang="fr-FR" sz="15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Les prochaines actions ont été arrêtées pour assurer le démarrage effectif des travaux.</a:t>
            </a:r>
            <a:endParaRPr kumimoji="0" lang="en-US" sz="15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855AC001-7035-B38C-5A90-D65F6ECBDB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8252" y="209532"/>
            <a:ext cx="1398640" cy="323507"/>
          </a:xfrm>
          <a:prstGeom prst="rect">
            <a:avLst/>
          </a:prstGeom>
        </p:spPr>
      </p:pic>
      <p:graphicFrame>
        <p:nvGraphicFramePr>
          <p:cNvPr id="3" name="Diagramme 2">
            <a:extLst>
              <a:ext uri="{FF2B5EF4-FFF2-40B4-BE49-F238E27FC236}">
                <a16:creationId xmlns:a16="http://schemas.microsoft.com/office/drawing/2014/main" id="{C9ADA15B-27D2-E4A9-80B9-C74572619B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44501156"/>
              </p:ext>
            </p:extLst>
          </p:nvPr>
        </p:nvGraphicFramePr>
        <p:xfrm>
          <a:off x="1168400" y="1371600"/>
          <a:ext cx="9855200" cy="37700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480989172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D9ECFE16-5B41-225B-7988-B1C26F87BE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0549" y="2238561"/>
            <a:ext cx="5930900" cy="1816100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9BD4751E-7BDF-2D98-CC77-C1B5D3EE7D1D}"/>
              </a:ext>
            </a:extLst>
          </p:cNvPr>
          <p:cNvSpPr txBox="1"/>
          <p:nvPr/>
        </p:nvSpPr>
        <p:spPr>
          <a:xfrm>
            <a:off x="3586707" y="4054661"/>
            <a:ext cx="5304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Empreinte Africaine, Expertise Internationale.</a:t>
            </a:r>
          </a:p>
        </p:txBody>
      </p:sp>
    </p:spTree>
    <p:extLst>
      <p:ext uri="{BB962C8B-B14F-4D97-AF65-F5344CB8AC3E}">
        <p14:creationId xmlns:p14="http://schemas.microsoft.com/office/powerpoint/2010/main" val="144805360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P_SPypkSEHWCdIYyiD1Z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P_SPypkSEHWCdIYyiD1Z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P_SPypkSEHWCdIYyiD1Z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2_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581CDC669DAB04BA36003E0D2D81CD5" ma:contentTypeVersion="3" ma:contentTypeDescription="Crée un document." ma:contentTypeScope="" ma:versionID="c1ad9e3486f987ad28676e3202d329a6">
  <xsd:schema xmlns:xsd="http://www.w3.org/2001/XMLSchema" xmlns:xs="http://www.w3.org/2001/XMLSchema" xmlns:p="http://schemas.microsoft.com/office/2006/metadata/properties" xmlns:ns2="4ed238d6-525d-48a2-ae4d-1f9e2d29ed8d" targetNamespace="http://schemas.microsoft.com/office/2006/metadata/properties" ma:root="true" ma:fieldsID="06bffe77b731241d034760bf773cf761" ns2:_="">
    <xsd:import namespace="4ed238d6-525d-48a2-ae4d-1f9e2d29ed8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d238d6-525d-48a2-ae4d-1f9e2d29ed8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911F1B4-9E08-41DB-B184-1FD5B872A0F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ed238d6-525d-48a2-ae4d-1f9e2d29ed8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E5A73E4-3A5C-4222-B8B2-BEDD95EB4C7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33136DA-0C73-490B-A84F-803B73D8F4A2}">
  <ds:schemaRefs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purl.org/dc/dcmitype/"/>
    <ds:schemaRef ds:uri="http://schemas.microsoft.com/office/infopath/2007/PartnerControls"/>
    <ds:schemaRef ds:uri="4ed238d6-525d-48a2-ae4d-1f9e2d29ed8d"/>
    <ds:schemaRef ds:uri="http://schemas.openxmlformats.org/package/2006/metadata/core-properties"/>
    <ds:schemaRef ds:uri="http://www.w3.org/XML/1998/namespace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ea2a783f-d851-4af9-be52-753753f73fec}" enabled="0" method="" siteId="{ea2a783f-d851-4af9-be52-753753f73fe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913</TotalTime>
  <Words>1062</Words>
  <Application>Microsoft Office PowerPoint</Application>
  <PresentationFormat>Grand écran</PresentationFormat>
  <Paragraphs>155</Paragraphs>
  <Slides>15</Slides>
  <Notes>9</Notes>
  <HiddenSlides>0</HiddenSlides>
  <MMClips>0</MMClips>
  <ScaleCrop>false</ScaleCrop>
  <HeadingPairs>
    <vt:vector size="8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2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Courier New</vt:lpstr>
      <vt:lpstr>ITC Avant Garde Std Bk</vt:lpstr>
      <vt:lpstr>Verdana</vt:lpstr>
      <vt:lpstr>Thème Office</vt:lpstr>
      <vt:lpstr>2_Thème Office</vt:lpstr>
      <vt:lpstr>think-cell Slide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Jean-Noel Sialou</cp:lastModifiedBy>
  <cp:revision>2</cp:revision>
  <dcterms:created xsi:type="dcterms:W3CDTF">2025-06-17T10:41:18Z</dcterms:created>
  <dcterms:modified xsi:type="dcterms:W3CDTF">2025-11-18T13:33:11Z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0x0101003581CDC669DAB04BA36003E0D2D81CD5</vt:lpwstr>
  </property>
</Properties>
</file>