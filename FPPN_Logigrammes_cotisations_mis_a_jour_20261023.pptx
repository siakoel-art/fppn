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E73_9E1E9F15.xml" ContentType="application/vnd.ms-powerpoint.comments+xml"/>
  <Override PartName="/ppt/comments/modernComment_E74_6A1D75BC.xml" ContentType="application/vnd.ms-powerpoint.comments+xml"/>
  <Override PartName="/ppt/comments/modernComment_E75_53AF8FA3.xml" ContentType="application/vnd.ms-powerpoint.comments+xml"/>
  <Override PartName="/ppt/comments/modernComment_E76_8579B0AE.xml" ContentType="application/vnd.ms-powerpoint.comment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99" r:id="rId2"/>
    <p:sldId id="3703" r:id="rId13"/>
    <p:sldId id="3700" r:id="rId3"/>
    <p:sldId id="3704" r:id="rId14"/>
    <p:sldId id="3701" r:id="rId4"/>
    <p:sldId id="3705" r:id="rId15"/>
    <p:sldId id="3702" r:id="rId5"/>
    <p:sldId id="3706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AE03B7-D733-CB61-7F99-D6FD6AE07CF8}" name="Miensa Ruth Kouassi" initials="MK" userId="S::ruthkouassi@adenka.ci::d4478181-d356-4cca-8f77-01886d9215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3866D-B707-40A8-A963-6F5221975DE2}" v="216" dt="2026-10-23T09:50:16.787"/>
    <p1510:client id="{AD7D44C7-B778-4BD9-90C0-6AD427990463}" v="6" dt="2026-10-23T16:27:35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Relationship Id="rId12" Type="http://schemas.microsoft.com/office/2018/10/relationships/authors" Target="authors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ensa Ruth Kouassi" userId="d4478181-d356-4cca-8f77-01886d921595" providerId="ADAL" clId="{B84EDA97-1C19-4995-A640-6CFBA14F7666}"/>
    <pc:docChg chg="custSel modSld">
      <pc:chgData name="Miensa Ruth Kouassi" userId="d4478181-d356-4cca-8f77-01886d921595" providerId="ADAL" clId="{B84EDA97-1C19-4995-A640-6CFBA14F7666}" dt="2026-10-23T09:47:26.466" v="204" actId="478"/>
      <pc:docMkLst>
        <pc:docMk/>
      </pc:docMkLst>
      <pc:sldChg chg="modSp mod">
        <pc:chgData name="Miensa Ruth Kouassi" userId="d4478181-d356-4cca-8f77-01886d921595" providerId="ADAL" clId="{B84EDA97-1C19-4995-A640-6CFBA14F7666}" dt="2026-10-23T09:31:02.585" v="193" actId="14100"/>
        <pc:sldMkLst>
          <pc:docMk/>
          <pc:sldMk cId="2652806933" sldId="3699"/>
        </pc:sldMkLst>
        <pc:spChg chg="mod">
          <ac:chgData name="Miensa Ruth Kouassi" userId="d4478181-d356-4cca-8f77-01886d921595" providerId="ADAL" clId="{B84EDA97-1C19-4995-A640-6CFBA14F7666}" dt="2026-10-23T08:53:42.444" v="2" actId="14100"/>
          <ac:spMkLst>
            <pc:docMk/>
            <pc:sldMk cId="2652806933" sldId="3699"/>
            <ac:spMk id="30" creationId="{46ED996F-02F7-078B-272F-E5180C9C6A36}"/>
          </ac:spMkLst>
        </pc:spChg>
        <pc:spChg chg="mod">
          <ac:chgData name="Miensa Ruth Kouassi" userId="d4478181-d356-4cca-8f77-01886d921595" providerId="ADAL" clId="{B84EDA97-1C19-4995-A640-6CFBA14F7666}" dt="2026-10-23T09:30:06.195" v="190" actId="20577"/>
          <ac:spMkLst>
            <pc:docMk/>
            <pc:sldMk cId="2652806933" sldId="3699"/>
            <ac:spMk id="54" creationId="{78D3EA8D-1B2B-5C6F-9952-82717CFF58CE}"/>
          </ac:spMkLst>
        </pc:spChg>
        <pc:spChg chg="mod">
          <ac:chgData name="Miensa Ruth Kouassi" userId="d4478181-d356-4cca-8f77-01886d921595" providerId="ADAL" clId="{B84EDA97-1C19-4995-A640-6CFBA14F7666}" dt="2026-10-23T09:27:35.661" v="152" actId="20577"/>
          <ac:spMkLst>
            <pc:docMk/>
            <pc:sldMk cId="2652806933" sldId="3699"/>
            <ac:spMk id="69" creationId="{41373965-E0E9-93F4-82CD-B8862424EE30}"/>
          </ac:spMkLst>
        </pc:spChg>
        <pc:spChg chg="mod">
          <ac:chgData name="Miensa Ruth Kouassi" userId="d4478181-d356-4cca-8f77-01886d921595" providerId="ADAL" clId="{B84EDA97-1C19-4995-A640-6CFBA14F7666}" dt="2026-10-23T08:53:29.863" v="0" actId="14100"/>
          <ac:spMkLst>
            <pc:docMk/>
            <pc:sldMk cId="2652806933" sldId="3699"/>
            <ac:spMk id="101" creationId="{F26256D3-5D18-736D-D598-A96AC4FC5D37}"/>
          </ac:spMkLst>
        </pc:spChg>
        <pc:cxnChg chg="mod">
          <ac:chgData name="Miensa Ruth Kouassi" userId="d4478181-d356-4cca-8f77-01886d921595" providerId="ADAL" clId="{B84EDA97-1C19-4995-A640-6CFBA14F7666}" dt="2026-10-23T08:53:35.295" v="1" actId="14100"/>
          <ac:cxnSpMkLst>
            <pc:docMk/>
            <pc:sldMk cId="2652806933" sldId="3699"/>
            <ac:cxnSpMk id="59" creationId="{B40984E2-0611-B6BE-EFB7-DF97B52ED90C}"/>
          </ac:cxnSpMkLst>
        </pc:cxnChg>
        <pc:cxnChg chg="mod">
          <ac:chgData name="Miensa Ruth Kouassi" userId="d4478181-d356-4cca-8f77-01886d921595" providerId="ADAL" clId="{B84EDA97-1C19-4995-A640-6CFBA14F7666}" dt="2026-10-23T09:30:57.519" v="192" actId="14100"/>
          <ac:cxnSpMkLst>
            <pc:docMk/>
            <pc:sldMk cId="2652806933" sldId="3699"/>
            <ac:cxnSpMk id="231" creationId="{A611F864-8FB2-6C08-85C2-6545C210696C}"/>
          </ac:cxnSpMkLst>
        </pc:cxnChg>
        <pc:cxnChg chg="mod">
          <ac:chgData name="Miensa Ruth Kouassi" userId="d4478181-d356-4cca-8f77-01886d921595" providerId="ADAL" clId="{B84EDA97-1C19-4995-A640-6CFBA14F7666}" dt="2026-10-23T09:31:02.585" v="193" actId="14100"/>
          <ac:cxnSpMkLst>
            <pc:docMk/>
            <pc:sldMk cId="2652806933" sldId="3699"/>
            <ac:cxnSpMk id="235" creationId="{C899AE6F-5752-52EB-4920-36E007359FDA}"/>
          </ac:cxnSpMkLst>
        </pc:cxnChg>
      </pc:sldChg>
      <pc:sldChg chg="modSp mod">
        <pc:chgData name="Miensa Ruth Kouassi" userId="d4478181-d356-4cca-8f77-01886d921595" providerId="ADAL" clId="{B84EDA97-1C19-4995-A640-6CFBA14F7666}" dt="2026-10-23T09:18:48.415" v="150" actId="20577"/>
        <pc:sldMkLst>
          <pc:docMk/>
          <pc:sldMk cId="1780315580" sldId="3700"/>
        </pc:sldMkLst>
        <pc:spChg chg="mod">
          <ac:chgData name="Miensa Ruth Kouassi" userId="d4478181-d356-4cca-8f77-01886d921595" providerId="ADAL" clId="{B84EDA97-1C19-4995-A640-6CFBA14F7666}" dt="2026-10-23T09:18:48.415" v="150" actId="20577"/>
          <ac:spMkLst>
            <pc:docMk/>
            <pc:sldMk cId="1780315580" sldId="3700"/>
            <ac:spMk id="51" creationId="{71B4E7FD-4A07-8EF5-A5FD-3C7F3FC027E9}"/>
          </ac:spMkLst>
        </pc:spChg>
        <pc:spChg chg="mod">
          <ac:chgData name="Miensa Ruth Kouassi" userId="d4478181-d356-4cca-8f77-01886d921595" providerId="ADAL" clId="{B84EDA97-1C19-4995-A640-6CFBA14F7666}" dt="2026-10-23T09:17:28.039" v="132" actId="14100"/>
          <ac:spMkLst>
            <pc:docMk/>
            <pc:sldMk cId="1780315580" sldId="3700"/>
            <ac:spMk id="53" creationId="{0B00881B-B4E6-F309-EDBD-5E4FB9D3FAC4}"/>
          </ac:spMkLst>
        </pc:spChg>
        <pc:spChg chg="mod">
          <ac:chgData name="Miensa Ruth Kouassi" userId="d4478181-d356-4cca-8f77-01886d921595" providerId="ADAL" clId="{B84EDA97-1C19-4995-A640-6CFBA14F7666}" dt="2026-10-23T09:16:58.746" v="97" actId="14100"/>
          <ac:spMkLst>
            <pc:docMk/>
            <pc:sldMk cId="1780315580" sldId="3700"/>
            <ac:spMk id="69" creationId="{12B71E62-A156-D70C-D731-3436EB2ADBBE}"/>
          </ac:spMkLst>
        </pc:spChg>
        <pc:spChg chg="mod">
          <ac:chgData name="Miensa Ruth Kouassi" userId="d4478181-d356-4cca-8f77-01886d921595" providerId="ADAL" clId="{B84EDA97-1C19-4995-A640-6CFBA14F7666}" dt="2026-10-23T08:58:13.594" v="10" actId="20577"/>
          <ac:spMkLst>
            <pc:docMk/>
            <pc:sldMk cId="1780315580" sldId="3700"/>
            <ac:spMk id="74" creationId="{8F08C420-DA2D-99EE-F835-3679C806719E}"/>
          </ac:spMkLst>
        </pc:spChg>
        <pc:spChg chg="mod">
          <ac:chgData name="Miensa Ruth Kouassi" userId="d4478181-d356-4cca-8f77-01886d921595" providerId="ADAL" clId="{B84EDA97-1C19-4995-A640-6CFBA14F7666}" dt="2026-10-23T08:56:35.520" v="4" actId="14100"/>
          <ac:spMkLst>
            <pc:docMk/>
            <pc:sldMk cId="1780315580" sldId="3700"/>
            <ac:spMk id="86" creationId="{35D2E024-3400-93D1-D364-D3A5F9D297C7}"/>
          </ac:spMkLst>
        </pc:spChg>
        <pc:cxnChg chg="mod">
          <ac:chgData name="Miensa Ruth Kouassi" userId="d4478181-d356-4cca-8f77-01886d921595" providerId="ADAL" clId="{B84EDA97-1C19-4995-A640-6CFBA14F7666}" dt="2026-10-23T09:17:28.039" v="132" actId="14100"/>
          <ac:cxnSpMkLst>
            <pc:docMk/>
            <pc:sldMk cId="1780315580" sldId="3700"/>
            <ac:cxnSpMk id="36" creationId="{7FEBDED9-2662-A45A-B208-5C324780DB64}"/>
          </ac:cxnSpMkLst>
        </pc:cxnChg>
        <pc:cxnChg chg="mod">
          <ac:chgData name="Miensa Ruth Kouassi" userId="d4478181-d356-4cca-8f77-01886d921595" providerId="ADAL" clId="{B84EDA97-1C19-4995-A640-6CFBA14F7666}" dt="2026-10-23T09:17:10.054" v="120" actId="1036"/>
          <ac:cxnSpMkLst>
            <pc:docMk/>
            <pc:sldMk cId="1780315580" sldId="3700"/>
            <ac:cxnSpMk id="48" creationId="{9AD492AF-6DEB-8110-E4B5-409E84FE9678}"/>
          </ac:cxnSpMkLst>
        </pc:cxnChg>
        <pc:cxnChg chg="mod">
          <ac:chgData name="Miensa Ruth Kouassi" userId="d4478181-d356-4cca-8f77-01886d921595" providerId="ADAL" clId="{B84EDA97-1C19-4995-A640-6CFBA14F7666}" dt="2026-10-23T09:17:28.039" v="132" actId="14100"/>
          <ac:cxnSpMkLst>
            <pc:docMk/>
            <pc:sldMk cId="1780315580" sldId="3700"/>
            <ac:cxnSpMk id="66" creationId="{4CB9596E-802D-E094-E73D-F348B2CFDE5C}"/>
          </ac:cxnSpMkLst>
        </pc:cxnChg>
        <pc:cxnChg chg="mod">
          <ac:chgData name="Miensa Ruth Kouassi" userId="d4478181-d356-4cca-8f77-01886d921595" providerId="ADAL" clId="{B84EDA97-1C19-4995-A640-6CFBA14F7666}" dt="2026-10-23T09:16:58.746" v="97" actId="14100"/>
          <ac:cxnSpMkLst>
            <pc:docMk/>
            <pc:sldMk cId="1780315580" sldId="3700"/>
            <ac:cxnSpMk id="75" creationId="{7437328E-D09B-23C9-CB27-3F954F5DF63C}"/>
          </ac:cxnSpMkLst>
        </pc:cxnChg>
        <pc:cxnChg chg="mod">
          <ac:chgData name="Miensa Ruth Kouassi" userId="d4478181-d356-4cca-8f77-01886d921595" providerId="ADAL" clId="{B84EDA97-1C19-4995-A640-6CFBA14F7666}" dt="2026-10-23T08:56:35.520" v="4" actId="14100"/>
          <ac:cxnSpMkLst>
            <pc:docMk/>
            <pc:sldMk cId="1780315580" sldId="3700"/>
            <ac:cxnSpMk id="207" creationId="{D86B0904-384D-B1D8-9CD3-C7C26ED03FF5}"/>
          </ac:cxnSpMkLst>
        </pc:cxnChg>
      </pc:sldChg>
      <pc:sldChg chg="modSp mod">
        <pc:chgData name="Miensa Ruth Kouassi" userId="d4478181-d356-4cca-8f77-01886d921595" providerId="ADAL" clId="{B84EDA97-1C19-4995-A640-6CFBA14F7666}" dt="2026-10-23T09:42:33.026" v="203" actId="1038"/>
        <pc:sldMkLst>
          <pc:docMk/>
          <pc:sldMk cId="1404014499" sldId="3701"/>
        </pc:sldMkLst>
        <pc:spChg chg="mod">
          <ac:chgData name="Miensa Ruth Kouassi" userId="d4478181-d356-4cca-8f77-01886d921595" providerId="ADAL" clId="{B84EDA97-1C19-4995-A640-6CFBA14F7666}" dt="2026-10-23T09:39:16.428" v="195" actId="20577"/>
          <ac:spMkLst>
            <pc:docMk/>
            <pc:sldMk cId="1404014499" sldId="3701"/>
            <ac:spMk id="21" creationId="{43BD51E1-EA0B-BFFE-62C3-608692E00D09}"/>
          </ac:spMkLst>
        </pc:spChg>
        <pc:spChg chg="mod">
          <ac:chgData name="Miensa Ruth Kouassi" userId="d4478181-d356-4cca-8f77-01886d921595" providerId="ADAL" clId="{B84EDA97-1C19-4995-A640-6CFBA14F7666}" dt="2026-10-23T09:39:01.491" v="194" actId="14100"/>
          <ac:spMkLst>
            <pc:docMk/>
            <pc:sldMk cId="1404014499" sldId="3701"/>
            <ac:spMk id="58" creationId="{8661C1E3-B087-97EA-3A9F-0E0701530AB7}"/>
          </ac:spMkLst>
        </pc:spChg>
        <pc:cxnChg chg="mod">
          <ac:chgData name="Miensa Ruth Kouassi" userId="d4478181-d356-4cca-8f77-01886d921595" providerId="ADAL" clId="{B84EDA97-1C19-4995-A640-6CFBA14F7666}" dt="2026-10-23T09:39:01.491" v="194" actId="14100"/>
          <ac:cxnSpMkLst>
            <pc:docMk/>
            <pc:sldMk cId="1404014499" sldId="3701"/>
            <ac:cxnSpMk id="46" creationId="{9DA4C12E-E523-4F15-1A49-F011016D3311}"/>
          </ac:cxnSpMkLst>
        </pc:cxnChg>
        <pc:cxnChg chg="mod">
          <ac:chgData name="Miensa Ruth Kouassi" userId="d4478181-d356-4cca-8f77-01886d921595" providerId="ADAL" clId="{B84EDA97-1C19-4995-A640-6CFBA14F7666}" dt="2026-10-23T09:39:01.491" v="194" actId="14100"/>
          <ac:cxnSpMkLst>
            <pc:docMk/>
            <pc:sldMk cId="1404014499" sldId="3701"/>
            <ac:cxnSpMk id="66" creationId="{4FD7B4C9-60BB-D701-C95B-49DF900EFB31}"/>
          </ac:cxnSpMkLst>
        </pc:cxnChg>
        <pc:cxnChg chg="mod">
          <ac:chgData name="Miensa Ruth Kouassi" userId="d4478181-d356-4cca-8f77-01886d921595" providerId="ADAL" clId="{B84EDA97-1C19-4995-A640-6CFBA14F7666}" dt="2026-10-23T09:42:33.026" v="203" actId="1038"/>
          <ac:cxnSpMkLst>
            <pc:docMk/>
            <pc:sldMk cId="1404014499" sldId="3701"/>
            <ac:cxnSpMk id="87" creationId="{DDC068CA-12BF-0941-7F0A-C87979FCEAA6}"/>
          </ac:cxnSpMkLst>
        </pc:cxnChg>
      </pc:sldChg>
      <pc:sldChg chg="delSp modSp mod">
        <pc:chgData name="Miensa Ruth Kouassi" userId="d4478181-d356-4cca-8f77-01886d921595" providerId="ADAL" clId="{B84EDA97-1C19-4995-A640-6CFBA14F7666}" dt="2026-10-23T09:47:26.466" v="204" actId="478"/>
        <pc:sldMkLst>
          <pc:docMk/>
          <pc:sldMk cId="2239344814" sldId="3702"/>
        </pc:sldMkLst>
        <pc:cxnChg chg="del mod">
          <ac:chgData name="Miensa Ruth Kouassi" userId="d4478181-d356-4cca-8f77-01886d921595" providerId="ADAL" clId="{B84EDA97-1C19-4995-A640-6CFBA14F7666}" dt="2026-10-23T09:47:26.466" v="204" actId="478"/>
          <ac:cxnSpMkLst>
            <pc:docMk/>
            <pc:sldMk cId="2239344814" sldId="3702"/>
            <ac:cxnSpMk id="66" creationId="{A53539D4-D1FC-A63A-E8AC-ECEDBC7DBFA0}"/>
          </ac:cxnSpMkLst>
        </pc:cxnChg>
      </pc:sldChg>
    </pc:docChg>
  </pc:docChgLst>
  <pc:docChgLst>
    <pc:chgData name="Stagiaire Adenka" userId="872d948b-eb78-405c-856e-e683ecb72bbc" providerId="ADAL" clId="{C80ECFEB-9EE1-4A7E-9624-6193CABCBDBD}"/>
    <pc:docChg chg="undo custSel addSld delSld modSld sldOrd">
      <pc:chgData name="Stagiaire Adenka" userId="872d948b-eb78-405c-856e-e683ecb72bbc" providerId="ADAL" clId="{C80ECFEB-9EE1-4A7E-9624-6193CABCBDBD}" dt="2026-10-23T16:30:31.404" v="1310" actId="1076"/>
      <pc:docMkLst>
        <pc:docMk/>
      </pc:docMkLst>
      <pc:sldChg chg="addSp delSp modSp mod">
        <pc:chgData name="Stagiaire Adenka" userId="872d948b-eb78-405c-856e-e683ecb72bbc" providerId="ADAL" clId="{C80ECFEB-9EE1-4A7E-9624-6193CABCBDBD}" dt="2026-10-23T14:59:02.854" v="1002" actId="14100"/>
        <pc:sldMkLst>
          <pc:docMk/>
          <pc:sldMk cId="2652806933" sldId="3699"/>
        </pc:sldMkLst>
        <pc:spChg chg="mod">
          <ac:chgData name="Stagiaire Adenka" userId="872d948b-eb78-405c-856e-e683ecb72bbc" providerId="ADAL" clId="{C80ECFEB-9EE1-4A7E-9624-6193CABCBDBD}" dt="2026-10-22T17:19:39.840" v="82" actId="20577"/>
          <ac:spMkLst>
            <pc:docMk/>
            <pc:sldMk cId="2652806933" sldId="3699"/>
            <ac:spMk id="3" creationId="{F4C3C034-884F-3EDE-8408-583867BFCA25}"/>
          </ac:spMkLst>
        </pc:spChg>
        <pc:spChg chg="mod">
          <ac:chgData name="Stagiaire Adenka" userId="872d948b-eb78-405c-856e-e683ecb72bbc" providerId="ADAL" clId="{C80ECFEB-9EE1-4A7E-9624-6193CABCBDBD}" dt="2026-10-22T17:34:52.430" v="232" actId="1076"/>
          <ac:spMkLst>
            <pc:docMk/>
            <pc:sldMk cId="2652806933" sldId="3699"/>
            <ac:spMk id="5" creationId="{26082ED5-4024-7F9D-B802-C9FD6F76669B}"/>
          </ac:spMkLst>
        </pc:spChg>
        <pc:spChg chg="mod">
          <ac:chgData name="Stagiaire Adenka" userId="872d948b-eb78-405c-856e-e683ecb72bbc" providerId="ADAL" clId="{C80ECFEB-9EE1-4A7E-9624-6193CABCBDBD}" dt="2026-10-22T17:37:17.527" v="252" actId="207"/>
          <ac:spMkLst>
            <pc:docMk/>
            <pc:sldMk cId="2652806933" sldId="3699"/>
            <ac:spMk id="7" creationId="{C17BBDF3-E8FA-5A89-F8A9-AA7FD632D5ED}"/>
          </ac:spMkLst>
        </pc:spChg>
        <pc:spChg chg="mod">
          <ac:chgData name="Stagiaire Adenka" userId="872d948b-eb78-405c-856e-e683ecb72bbc" providerId="ADAL" clId="{C80ECFEB-9EE1-4A7E-9624-6193CABCBDBD}" dt="2026-10-22T17:37:14.557" v="251" actId="207"/>
          <ac:spMkLst>
            <pc:docMk/>
            <pc:sldMk cId="2652806933" sldId="3699"/>
            <ac:spMk id="9" creationId="{5191E7ED-75D9-C1FC-0ED2-37DFBAB0B09D}"/>
          </ac:spMkLst>
        </pc:spChg>
        <pc:spChg chg="add del mod">
          <ac:chgData name="Stagiaire Adenka" userId="872d948b-eb78-405c-856e-e683ecb72bbc" providerId="ADAL" clId="{C80ECFEB-9EE1-4A7E-9624-6193CABCBDBD}" dt="2026-10-22T18:37:10.028" v="672" actId="478"/>
          <ac:spMkLst>
            <pc:docMk/>
            <pc:sldMk cId="2652806933" sldId="3699"/>
            <ac:spMk id="10" creationId="{3616F50E-E0B6-12D8-261A-484A4CED9220}"/>
          </ac:spMkLst>
        </pc:spChg>
        <pc:spChg chg="mod">
          <ac:chgData name="Stagiaire Adenka" userId="872d948b-eb78-405c-856e-e683ecb72bbc" providerId="ADAL" clId="{C80ECFEB-9EE1-4A7E-9624-6193CABCBDBD}" dt="2026-10-22T19:07:40.934" v="841" actId="113"/>
          <ac:spMkLst>
            <pc:docMk/>
            <pc:sldMk cId="2652806933" sldId="3699"/>
            <ac:spMk id="11" creationId="{F6CD65C9-140B-92E0-0921-00FC06A759D4}"/>
          </ac:spMkLst>
        </pc:spChg>
        <pc:spChg chg="mod">
          <ac:chgData name="Stagiaire Adenka" userId="872d948b-eb78-405c-856e-e683ecb72bbc" providerId="ADAL" clId="{C80ECFEB-9EE1-4A7E-9624-6193CABCBDBD}" dt="2026-10-22T19:07:25.388" v="837" actId="1076"/>
          <ac:spMkLst>
            <pc:docMk/>
            <pc:sldMk cId="2652806933" sldId="3699"/>
            <ac:spMk id="12" creationId="{65F98FFC-73EB-A73F-84CC-1CDE2A2FC420}"/>
          </ac:spMkLst>
        </pc:spChg>
        <pc:spChg chg="mod">
          <ac:chgData name="Stagiaire Adenka" userId="872d948b-eb78-405c-856e-e683ecb72bbc" providerId="ADAL" clId="{C80ECFEB-9EE1-4A7E-9624-6193CABCBDBD}" dt="2026-10-22T19:07:37.099" v="840" actId="113"/>
          <ac:spMkLst>
            <pc:docMk/>
            <pc:sldMk cId="2652806933" sldId="3699"/>
            <ac:spMk id="13" creationId="{B98CC426-9CD1-E4CE-53F3-DEEEDC4BDB3D}"/>
          </ac:spMkLst>
        </pc:spChg>
        <pc:spChg chg="mod">
          <ac:chgData name="Stagiaire Adenka" userId="872d948b-eb78-405c-856e-e683ecb72bbc" providerId="ADAL" clId="{C80ECFEB-9EE1-4A7E-9624-6193CABCBDBD}" dt="2026-10-22T19:07:33.022" v="839" actId="113"/>
          <ac:spMkLst>
            <pc:docMk/>
            <pc:sldMk cId="2652806933" sldId="3699"/>
            <ac:spMk id="15" creationId="{978B1B2D-FA07-3F5E-CBA8-3E32F0967B57}"/>
          </ac:spMkLst>
        </pc:spChg>
        <pc:spChg chg="mod">
          <ac:chgData name="Stagiaire Adenka" userId="872d948b-eb78-405c-856e-e683ecb72bbc" providerId="ADAL" clId="{C80ECFEB-9EE1-4A7E-9624-6193CABCBDBD}" dt="2026-10-22T19:07:29.166" v="838" actId="113"/>
          <ac:spMkLst>
            <pc:docMk/>
            <pc:sldMk cId="2652806933" sldId="3699"/>
            <ac:spMk id="17" creationId="{9D73FD28-DA20-F029-9E6E-63EA4F23EF9E}"/>
          </ac:spMkLst>
        </pc:spChg>
        <pc:spChg chg="mod ord">
          <ac:chgData name="Stagiaire Adenka" userId="872d948b-eb78-405c-856e-e683ecb72bbc" providerId="ADAL" clId="{C80ECFEB-9EE1-4A7E-9624-6193CABCBDBD}" dt="2026-10-22T18:37:48.375" v="676" actId="208"/>
          <ac:spMkLst>
            <pc:docMk/>
            <pc:sldMk cId="2652806933" sldId="3699"/>
            <ac:spMk id="19" creationId="{45A2FA4B-89B5-7575-E3AA-C7BEAD394B87}"/>
          </ac:spMkLst>
        </pc:spChg>
        <pc:spChg chg="mod">
          <ac:chgData name="Stagiaire Adenka" userId="872d948b-eb78-405c-856e-e683ecb72bbc" providerId="ADAL" clId="{C80ECFEB-9EE1-4A7E-9624-6193CABCBDBD}" dt="2026-10-22T17:37:54.179" v="255" actId="207"/>
          <ac:spMkLst>
            <pc:docMk/>
            <pc:sldMk cId="2652806933" sldId="3699"/>
            <ac:spMk id="21" creationId="{221D2B59-4D48-C182-D95C-65095E7EDE71}"/>
          </ac:spMkLst>
        </pc:spChg>
        <pc:spChg chg="mod">
          <ac:chgData name="Stagiaire Adenka" userId="872d948b-eb78-405c-856e-e683ecb72bbc" providerId="ADAL" clId="{C80ECFEB-9EE1-4A7E-9624-6193CABCBDBD}" dt="2026-10-22T17:37:57.252" v="256" actId="207"/>
          <ac:spMkLst>
            <pc:docMk/>
            <pc:sldMk cId="2652806933" sldId="3699"/>
            <ac:spMk id="23" creationId="{B012B50F-DD63-B851-1C2D-B07D360CFC76}"/>
          </ac:spMkLst>
        </pc:spChg>
        <pc:spChg chg="mod">
          <ac:chgData name="Stagiaire Adenka" userId="872d948b-eb78-405c-856e-e683ecb72bbc" providerId="ADAL" clId="{C80ECFEB-9EE1-4A7E-9624-6193CABCBDBD}" dt="2026-10-22T17:37:59.910" v="257" actId="207"/>
          <ac:spMkLst>
            <pc:docMk/>
            <pc:sldMk cId="2652806933" sldId="3699"/>
            <ac:spMk id="25" creationId="{53C87AC2-9BFD-4B29-2612-CD7E190AB959}"/>
          </ac:spMkLst>
        </pc:spChg>
        <pc:spChg chg="del mod">
          <ac:chgData name="Stagiaire Adenka" userId="872d948b-eb78-405c-856e-e683ecb72bbc" providerId="ADAL" clId="{C80ECFEB-9EE1-4A7E-9624-6193CABCBDBD}" dt="2026-10-23T14:57:30.100" v="990" actId="478"/>
          <ac:spMkLst>
            <pc:docMk/>
            <pc:sldMk cId="2652806933" sldId="3699"/>
            <ac:spMk id="30" creationId="{46ED996F-02F7-078B-272F-E5180C9C6A36}"/>
          </ac:spMkLst>
        </pc:spChg>
        <pc:spChg chg="mod">
          <ac:chgData name="Stagiaire Adenka" userId="872d948b-eb78-405c-856e-e683ecb72bbc" providerId="ADAL" clId="{C80ECFEB-9EE1-4A7E-9624-6193CABCBDBD}" dt="2026-10-22T19:07:51.329" v="843" actId="113"/>
          <ac:spMkLst>
            <pc:docMk/>
            <pc:sldMk cId="2652806933" sldId="3699"/>
            <ac:spMk id="40" creationId="{E795A3EF-E28A-D68B-14B7-62044C9A2C9A}"/>
          </ac:spMkLst>
        </pc:spChg>
        <pc:spChg chg="mod">
          <ac:chgData name="Stagiaire Adenka" userId="872d948b-eb78-405c-856e-e683ecb72bbc" providerId="ADAL" clId="{C80ECFEB-9EE1-4A7E-9624-6193CABCBDBD}" dt="2026-10-22T17:40:25.025" v="262" actId="208"/>
          <ac:spMkLst>
            <pc:docMk/>
            <pc:sldMk cId="2652806933" sldId="3699"/>
            <ac:spMk id="50" creationId="{BC89CA6D-779C-D88C-117C-94A502DB078A}"/>
          </ac:spMkLst>
        </pc:spChg>
        <pc:spChg chg="del mod">
          <ac:chgData name="Stagiaire Adenka" userId="872d948b-eb78-405c-856e-e683ecb72bbc" providerId="ADAL" clId="{C80ECFEB-9EE1-4A7E-9624-6193CABCBDBD}" dt="2026-10-23T14:57:41.080" v="991" actId="478"/>
          <ac:spMkLst>
            <pc:docMk/>
            <pc:sldMk cId="2652806933" sldId="3699"/>
            <ac:spMk id="54" creationId="{78D3EA8D-1B2B-5C6F-9952-82717CFF58CE}"/>
          </ac:spMkLst>
        </pc:spChg>
        <pc:spChg chg="mod">
          <ac:chgData name="Stagiaire Adenka" userId="872d948b-eb78-405c-856e-e683ecb72bbc" providerId="ADAL" clId="{C80ECFEB-9EE1-4A7E-9624-6193CABCBDBD}" dt="2026-10-22T17:40:35.699" v="263" actId="208"/>
          <ac:spMkLst>
            <pc:docMk/>
            <pc:sldMk cId="2652806933" sldId="3699"/>
            <ac:spMk id="55" creationId="{192BDE92-8E24-25AB-0B90-0604C8E386AE}"/>
          </ac:spMkLst>
        </pc:spChg>
        <pc:spChg chg="mod">
          <ac:chgData name="Stagiaire Adenka" userId="872d948b-eb78-405c-856e-e683ecb72bbc" providerId="ADAL" clId="{C80ECFEB-9EE1-4A7E-9624-6193CABCBDBD}" dt="2026-10-22T17:38:02.685" v="258" actId="207"/>
          <ac:spMkLst>
            <pc:docMk/>
            <pc:sldMk cId="2652806933" sldId="3699"/>
            <ac:spMk id="73" creationId="{A403166B-30BF-F0E0-49C4-95FBB5DCF1DC}"/>
          </ac:spMkLst>
        </pc:spChg>
        <pc:spChg chg="mod">
          <ac:chgData name="Stagiaire Adenka" userId="872d948b-eb78-405c-856e-e683ecb72bbc" providerId="ADAL" clId="{C80ECFEB-9EE1-4A7E-9624-6193CABCBDBD}" dt="2026-10-22T17:38:06.275" v="259" actId="207"/>
          <ac:spMkLst>
            <pc:docMk/>
            <pc:sldMk cId="2652806933" sldId="3699"/>
            <ac:spMk id="84" creationId="{40F450F4-47B0-33D1-82E3-18DC23551966}"/>
          </ac:spMkLst>
        </pc:spChg>
        <pc:picChg chg="add ord">
          <ac:chgData name="Stagiaire Adenka" userId="872d948b-eb78-405c-856e-e683ecb72bbc" providerId="ADAL" clId="{C80ECFEB-9EE1-4A7E-9624-6193CABCBDBD}" dt="2026-10-22T18:42:52.825" v="720" actId="171"/>
          <ac:picMkLst>
            <pc:docMk/>
            <pc:sldMk cId="2652806933" sldId="3699"/>
            <ac:picMk id="6" creationId="{D73C8C10-5042-C384-CADE-923C6FC486D7}"/>
          </ac:picMkLst>
        </pc:picChg>
        <pc:cxnChg chg="add del">
          <ac:chgData name="Stagiaire Adenka" userId="872d948b-eb78-405c-856e-e683ecb72bbc" providerId="ADAL" clId="{C80ECFEB-9EE1-4A7E-9624-6193CABCBDBD}" dt="2026-10-23T14:57:53.531" v="994" actId="478"/>
          <ac:cxnSpMkLst>
            <pc:docMk/>
            <pc:sldMk cId="2652806933" sldId="3699"/>
            <ac:cxnSpMk id="4" creationId="{F228EA11-BA8E-B497-215C-61DEC259DB4B}"/>
          </ac:cxnSpMkLst>
        </pc:cxnChg>
        <pc:cxnChg chg="add mod">
          <ac:chgData name="Stagiaire Adenka" userId="872d948b-eb78-405c-856e-e683ecb72bbc" providerId="ADAL" clId="{C80ECFEB-9EE1-4A7E-9624-6193CABCBDBD}" dt="2026-10-23T14:58:07.999" v="997" actId="13822"/>
          <ac:cxnSpMkLst>
            <pc:docMk/>
            <pc:sldMk cId="2652806933" sldId="3699"/>
            <ac:cxnSpMk id="10" creationId="{C5A2A7B8-298A-9758-24F7-37680B9278B6}"/>
          </ac:cxnSpMkLst>
        </pc:cxnChg>
        <pc:cxnChg chg="mod">
          <ac:chgData name="Stagiaire Adenka" userId="872d948b-eb78-405c-856e-e683ecb72bbc" providerId="ADAL" clId="{C80ECFEB-9EE1-4A7E-9624-6193CABCBDBD}" dt="2026-10-22T17:36:45.003" v="244" actId="1076"/>
          <ac:cxnSpMkLst>
            <pc:docMk/>
            <pc:sldMk cId="2652806933" sldId="3699"/>
            <ac:cxnSpMk id="31" creationId="{09D3C48E-E765-0513-8281-F85209A9C2EA}"/>
          </ac:cxnSpMkLst>
        </pc:cxnChg>
        <pc:cxnChg chg="del mod">
          <ac:chgData name="Stagiaire Adenka" userId="872d948b-eb78-405c-856e-e683ecb72bbc" providerId="ADAL" clId="{C80ECFEB-9EE1-4A7E-9624-6193CABCBDBD}" dt="2026-10-23T14:57:44.993" v="992" actId="478"/>
          <ac:cxnSpMkLst>
            <pc:docMk/>
            <pc:sldMk cId="2652806933" sldId="3699"/>
            <ac:cxnSpMk id="59" creationId="{B40984E2-0611-B6BE-EFB7-DF97B52ED90C}"/>
          </ac:cxnSpMkLst>
        </pc:cxnChg>
        <pc:cxnChg chg="del mod">
          <ac:chgData name="Stagiaire Adenka" userId="872d948b-eb78-405c-856e-e683ecb72bbc" providerId="ADAL" clId="{C80ECFEB-9EE1-4A7E-9624-6193CABCBDBD}" dt="2026-10-23T14:57:56.471" v="995" actId="478"/>
          <ac:cxnSpMkLst>
            <pc:docMk/>
            <pc:sldMk cId="2652806933" sldId="3699"/>
            <ac:cxnSpMk id="199" creationId="{399D6AA4-BF48-0B3A-596A-93A7AD715EE0}"/>
          </ac:cxnSpMkLst>
        </pc:cxnChg>
        <pc:cxnChg chg="mod">
          <ac:chgData name="Stagiaire Adenka" userId="872d948b-eb78-405c-856e-e683ecb72bbc" providerId="ADAL" clId="{C80ECFEB-9EE1-4A7E-9624-6193CABCBDBD}" dt="2026-10-23T14:58:31.748" v="999" actId="14100"/>
          <ac:cxnSpMkLst>
            <pc:docMk/>
            <pc:sldMk cId="2652806933" sldId="3699"/>
            <ac:cxnSpMk id="218" creationId="{A6FD8AAD-9034-248A-C3F1-5EC1E7A8FA9C}"/>
          </ac:cxnSpMkLst>
        </pc:cxnChg>
        <pc:cxnChg chg="mod">
          <ac:chgData name="Stagiaire Adenka" userId="872d948b-eb78-405c-856e-e683ecb72bbc" providerId="ADAL" clId="{C80ECFEB-9EE1-4A7E-9624-6193CABCBDBD}" dt="2026-10-23T14:59:02.854" v="1002" actId="14100"/>
          <ac:cxnSpMkLst>
            <pc:docMk/>
            <pc:sldMk cId="2652806933" sldId="3699"/>
            <ac:cxnSpMk id="235" creationId="{C899AE6F-5752-52EB-4920-36E007359FDA}"/>
          </ac:cxnSpMkLst>
        </pc:cxnChg>
      </pc:sldChg>
      <pc:sldChg chg="addSp modSp mod modCm">
        <pc:chgData name="Stagiaire Adenka" userId="872d948b-eb78-405c-856e-e683ecb72bbc" providerId="ADAL" clId="{C80ECFEB-9EE1-4A7E-9624-6193CABCBDBD}" dt="2026-10-23T16:30:31.404" v="1310" actId="1076"/>
        <pc:sldMkLst>
          <pc:docMk/>
          <pc:sldMk cId="1780315580" sldId="3700"/>
        </pc:sldMkLst>
        <pc:spChg chg="add mod">
          <ac:chgData name="Stagiaire Adenka" userId="872d948b-eb78-405c-856e-e683ecb72bbc" providerId="ADAL" clId="{C80ECFEB-9EE1-4A7E-9624-6193CABCBDBD}" dt="2026-10-23T16:30:31.404" v="1310" actId="1076"/>
          <ac:spMkLst>
            <pc:docMk/>
            <pc:sldMk cId="1780315580" sldId="3700"/>
            <ac:spMk id="2" creationId="{87EB5D14-A555-22B7-FFA5-23543362DB83}"/>
          </ac:spMkLst>
        </pc:spChg>
        <pc:spChg chg="mod">
          <ac:chgData name="Stagiaire Adenka" userId="872d948b-eb78-405c-856e-e683ecb72bbc" providerId="ADAL" clId="{C80ECFEB-9EE1-4A7E-9624-6193CABCBDBD}" dt="2026-10-23T16:27:54.728" v="1238" actId="1076"/>
          <ac:spMkLst>
            <pc:docMk/>
            <pc:sldMk cId="1780315580" sldId="3700"/>
            <ac:spMk id="5" creationId="{D8D8573A-0196-CA6F-1DCE-7968DFD0F5B0}"/>
          </ac:spMkLst>
        </pc:spChg>
        <pc:spChg chg="mod">
          <ac:chgData name="Stagiaire Adenka" userId="872d948b-eb78-405c-856e-e683ecb72bbc" providerId="ADAL" clId="{C80ECFEB-9EE1-4A7E-9624-6193CABCBDBD}" dt="2026-10-22T17:38:29.546" v="261" actId="207"/>
          <ac:spMkLst>
            <pc:docMk/>
            <pc:sldMk cId="1780315580" sldId="3700"/>
            <ac:spMk id="7" creationId="{52210B1B-F7CC-BBBC-BA07-F3CC743360FC}"/>
          </ac:spMkLst>
        </pc:spChg>
        <pc:spChg chg="mod">
          <ac:chgData name="Stagiaire Adenka" userId="872d948b-eb78-405c-856e-e683ecb72bbc" providerId="ADAL" clId="{C80ECFEB-9EE1-4A7E-9624-6193CABCBDBD}" dt="2026-10-23T16:26:28.258" v="1184" actId="1076"/>
          <ac:spMkLst>
            <pc:docMk/>
            <pc:sldMk cId="1780315580" sldId="3700"/>
            <ac:spMk id="9" creationId="{001DF502-B9FC-1FA6-E33F-3736C18AA852}"/>
          </ac:spMkLst>
        </pc:spChg>
        <pc:spChg chg="mod">
          <ac:chgData name="Stagiaire Adenka" userId="872d948b-eb78-405c-856e-e683ecb72bbc" providerId="ADAL" clId="{C80ECFEB-9EE1-4A7E-9624-6193CABCBDBD}" dt="2026-10-22T19:06:37.720" v="820" actId="113"/>
          <ac:spMkLst>
            <pc:docMk/>
            <pc:sldMk cId="1780315580" sldId="3700"/>
            <ac:spMk id="11" creationId="{E710C1E2-750E-2584-CB48-44DAE72F643A}"/>
          </ac:spMkLst>
        </pc:spChg>
        <pc:spChg chg="mod">
          <ac:chgData name="Stagiaire Adenka" userId="872d948b-eb78-405c-856e-e683ecb72bbc" providerId="ADAL" clId="{C80ECFEB-9EE1-4A7E-9624-6193CABCBDBD}" dt="2026-10-22T19:06:25.215" v="816" actId="1076"/>
          <ac:spMkLst>
            <pc:docMk/>
            <pc:sldMk cId="1780315580" sldId="3700"/>
            <ac:spMk id="12" creationId="{87E9660E-8981-331C-32F2-6CB5A7F0EDE2}"/>
          </ac:spMkLst>
        </pc:spChg>
        <pc:spChg chg="mod">
          <ac:chgData name="Stagiaire Adenka" userId="872d948b-eb78-405c-856e-e683ecb72bbc" providerId="ADAL" clId="{C80ECFEB-9EE1-4A7E-9624-6193CABCBDBD}" dt="2026-10-22T19:06:35.148" v="819" actId="113"/>
          <ac:spMkLst>
            <pc:docMk/>
            <pc:sldMk cId="1780315580" sldId="3700"/>
            <ac:spMk id="13" creationId="{A561BBD3-CA27-E7B4-54FF-9868D53C0AA4}"/>
          </ac:spMkLst>
        </pc:spChg>
        <pc:spChg chg="add mod">
          <ac:chgData name="Stagiaire Adenka" userId="872d948b-eb78-405c-856e-e683ecb72bbc" providerId="ADAL" clId="{C80ECFEB-9EE1-4A7E-9624-6193CABCBDBD}" dt="2026-10-23T16:27:31.648" v="1233" actId="1076"/>
          <ac:spMkLst>
            <pc:docMk/>
            <pc:sldMk cId="1780315580" sldId="3700"/>
            <ac:spMk id="14" creationId="{CC0953DB-EE0D-839D-06A1-DC31A57BD213}"/>
          </ac:spMkLst>
        </pc:spChg>
        <pc:spChg chg="mod">
          <ac:chgData name="Stagiaire Adenka" userId="872d948b-eb78-405c-856e-e683ecb72bbc" providerId="ADAL" clId="{C80ECFEB-9EE1-4A7E-9624-6193CABCBDBD}" dt="2026-10-22T19:06:29.819" v="817" actId="113"/>
          <ac:spMkLst>
            <pc:docMk/>
            <pc:sldMk cId="1780315580" sldId="3700"/>
            <ac:spMk id="15" creationId="{0D90580D-48E2-25E5-8ABA-EEF91ECCEF55}"/>
          </ac:spMkLst>
        </pc:spChg>
        <pc:spChg chg="mod">
          <ac:chgData name="Stagiaire Adenka" userId="872d948b-eb78-405c-856e-e683ecb72bbc" providerId="ADAL" clId="{C80ECFEB-9EE1-4A7E-9624-6193CABCBDBD}" dt="2026-10-22T19:06:32.518" v="818" actId="113"/>
          <ac:spMkLst>
            <pc:docMk/>
            <pc:sldMk cId="1780315580" sldId="3700"/>
            <ac:spMk id="17" creationId="{AE3F8B6D-5BF2-CCAC-381C-BE380692F82E}"/>
          </ac:spMkLst>
        </pc:spChg>
        <pc:spChg chg="mod">
          <ac:chgData name="Stagiaire Adenka" userId="872d948b-eb78-405c-856e-e683ecb72bbc" providerId="ADAL" clId="{C80ECFEB-9EE1-4A7E-9624-6193CABCBDBD}" dt="2026-10-22T17:20:31.046" v="83" actId="1076"/>
          <ac:spMkLst>
            <pc:docMk/>
            <pc:sldMk cId="1780315580" sldId="3700"/>
            <ac:spMk id="21" creationId="{EE9B7DDA-7D3A-1066-B47F-D55A1FF60E56}"/>
          </ac:spMkLst>
        </pc:spChg>
        <pc:spChg chg="mod">
          <ac:chgData name="Stagiaire Adenka" userId="872d948b-eb78-405c-856e-e683ecb72bbc" providerId="ADAL" clId="{C80ECFEB-9EE1-4A7E-9624-6193CABCBDBD}" dt="2026-10-22T17:20:44.801" v="88" actId="20577"/>
          <ac:spMkLst>
            <pc:docMk/>
            <pc:sldMk cId="1780315580" sldId="3700"/>
            <ac:spMk id="23" creationId="{B1EBACB3-3B17-7178-4C2A-70F32DA02B5E}"/>
          </ac:spMkLst>
        </pc:spChg>
        <pc:spChg chg="mod">
          <ac:chgData name="Stagiaire Adenka" userId="872d948b-eb78-405c-856e-e683ecb72bbc" providerId="ADAL" clId="{C80ECFEB-9EE1-4A7E-9624-6193CABCBDBD}" dt="2026-10-22T17:44:10.447" v="287" actId="1076"/>
          <ac:spMkLst>
            <pc:docMk/>
            <pc:sldMk cId="1780315580" sldId="3700"/>
            <ac:spMk id="35" creationId="{AF58C42D-5BDE-38B8-9A3E-A8E1919125EF}"/>
          </ac:spMkLst>
        </pc:spChg>
        <pc:spChg chg="mod">
          <ac:chgData name="Stagiaire Adenka" userId="872d948b-eb78-405c-856e-e683ecb72bbc" providerId="ADAL" clId="{C80ECFEB-9EE1-4A7E-9624-6193CABCBDBD}" dt="2026-10-22T17:44:28.853" v="289" actId="14100"/>
          <ac:spMkLst>
            <pc:docMk/>
            <pc:sldMk cId="1780315580" sldId="3700"/>
            <ac:spMk id="41" creationId="{3C43A143-1987-4528-F08F-2B4333F55DD0}"/>
          </ac:spMkLst>
        </pc:spChg>
        <pc:spChg chg="mod">
          <ac:chgData name="Stagiaire Adenka" userId="872d948b-eb78-405c-856e-e683ecb72bbc" providerId="ADAL" clId="{C80ECFEB-9EE1-4A7E-9624-6193CABCBDBD}" dt="2026-10-22T17:40:51.634" v="264" actId="208"/>
          <ac:spMkLst>
            <pc:docMk/>
            <pc:sldMk cId="1780315580" sldId="3700"/>
            <ac:spMk id="50" creationId="{CE445E0B-0F7A-E47B-B4EC-032422819155}"/>
          </ac:spMkLst>
        </pc:spChg>
        <pc:spChg chg="add mod">
          <ac:chgData name="Stagiaire Adenka" userId="872d948b-eb78-405c-856e-e683ecb72bbc" providerId="ADAL" clId="{C80ECFEB-9EE1-4A7E-9624-6193CABCBDBD}" dt="2026-10-23T16:29:53.644" v="1303" actId="1076"/>
          <ac:spMkLst>
            <pc:docMk/>
            <pc:sldMk cId="1780315580" sldId="3700"/>
            <ac:spMk id="52" creationId="{3C6C906D-37CD-01F6-5BD8-5E853BDFF87D}"/>
          </ac:spMkLst>
        </pc:spChg>
        <pc:spChg chg="mod">
          <ac:chgData name="Stagiaire Adenka" userId="872d948b-eb78-405c-856e-e683ecb72bbc" providerId="ADAL" clId="{C80ECFEB-9EE1-4A7E-9624-6193CABCBDBD}" dt="2026-10-23T16:28:18.011" v="1242" actId="1076"/>
          <ac:spMkLst>
            <pc:docMk/>
            <pc:sldMk cId="1780315580" sldId="3700"/>
            <ac:spMk id="211" creationId="{0B9136D9-B184-8A3F-4ED9-FF1A081DDE16}"/>
          </ac:spMkLst>
        </pc:spChg>
        <pc:spChg chg="mod">
          <ac:chgData name="Stagiaire Adenka" userId="872d948b-eb78-405c-856e-e683ecb72bbc" providerId="ADAL" clId="{C80ECFEB-9EE1-4A7E-9624-6193CABCBDBD}" dt="2026-10-23T16:26:41.302" v="1186" actId="1076"/>
          <ac:spMkLst>
            <pc:docMk/>
            <pc:sldMk cId="1780315580" sldId="3700"/>
            <ac:spMk id="213" creationId="{56F8DD44-9E97-5283-9339-5C7060A5590E}"/>
          </ac:spMkLst>
        </pc:spChg>
        <pc:spChg chg="mod">
          <ac:chgData name="Stagiaire Adenka" userId="872d948b-eb78-405c-856e-e683ecb72bbc" providerId="ADAL" clId="{C80ECFEB-9EE1-4A7E-9624-6193CABCBDBD}" dt="2026-10-23T16:26:36.885" v="1185" actId="1076"/>
          <ac:spMkLst>
            <pc:docMk/>
            <pc:sldMk cId="1780315580" sldId="3700"/>
            <ac:spMk id="223" creationId="{D11030E1-42D1-73F2-A248-3B05EE77FE49}"/>
          </ac:spMkLst>
        </pc:spChg>
        <pc:spChg chg="mod">
          <ac:chgData name="Stagiaire Adenka" userId="872d948b-eb78-405c-856e-e683ecb72bbc" providerId="ADAL" clId="{C80ECFEB-9EE1-4A7E-9624-6193CABCBDBD}" dt="2026-10-23T16:28:05.003" v="1240" actId="1076"/>
          <ac:spMkLst>
            <pc:docMk/>
            <pc:sldMk cId="1780315580" sldId="3700"/>
            <ac:spMk id="233" creationId="{E32C977F-F2D1-09E8-F052-14BEEBAE68FF}"/>
          </ac:spMkLst>
        </pc:spChg>
        <pc:picChg chg="add ord">
          <ac:chgData name="Stagiaire Adenka" userId="872d948b-eb78-405c-856e-e683ecb72bbc" providerId="ADAL" clId="{C80ECFEB-9EE1-4A7E-9624-6193CABCBDBD}" dt="2026-10-22T18:36:24.619" v="665" actId="167"/>
          <ac:picMkLst>
            <pc:docMk/>
            <pc:sldMk cId="1780315580" sldId="3700"/>
            <ac:picMk id="16" creationId="{3B28FE7C-C826-A1C9-92B6-C8AFE6001639}"/>
          </ac:picMkLst>
        </pc:picChg>
        <pc:cxnChg chg="mod">
          <ac:chgData name="Stagiaire Adenka" userId="872d948b-eb78-405c-856e-e683ecb72bbc" providerId="ADAL" clId="{C80ECFEB-9EE1-4A7E-9624-6193CABCBDBD}" dt="2026-10-22T17:44:28.853" v="289" actId="14100"/>
          <ac:cxnSpMkLst>
            <pc:docMk/>
            <pc:sldMk cId="1780315580" sldId="3700"/>
            <ac:cxnSpMk id="20" creationId="{DE427200-F6C1-A693-D548-45488CB657D9}"/>
          </ac:cxnSpMkLst>
        </pc:cxnChg>
        <pc:cxnChg chg="mod">
          <ac:chgData name="Stagiaire Adenka" userId="872d948b-eb78-405c-856e-e683ecb72bbc" providerId="ADAL" clId="{C80ECFEB-9EE1-4A7E-9624-6193CABCBDBD}" dt="2026-10-22T17:44:28.853" v="289" actId="14100"/>
          <ac:cxnSpMkLst>
            <pc:docMk/>
            <pc:sldMk cId="1780315580" sldId="3700"/>
            <ac:cxnSpMk id="37" creationId="{840FB441-9343-2457-8E68-C100574D231E}"/>
          </ac:cxnSpMkLst>
        </pc:cxnChg>
        <pc:cxnChg chg="add mod">
          <ac:chgData name="Stagiaire Adenka" userId="872d948b-eb78-405c-856e-e683ecb72bbc" providerId="ADAL" clId="{C80ECFEB-9EE1-4A7E-9624-6193CABCBDBD}" dt="2026-10-23T16:28:22.180" v="1243" actId="14100"/>
          <ac:cxnSpMkLst>
            <pc:docMk/>
            <pc:sldMk cId="1780315580" sldId="3700"/>
            <ac:cxnSpMk id="39" creationId="{A1B509FD-02B1-7BCA-8DB7-0BECC6E38F49}"/>
          </ac:cxnSpMkLst>
        </pc:cxnChg>
        <pc:cxnChg chg="add mod">
          <ac:chgData name="Stagiaire Adenka" userId="872d948b-eb78-405c-856e-e683ecb72bbc" providerId="ADAL" clId="{C80ECFEB-9EE1-4A7E-9624-6193CABCBDBD}" dt="2026-10-23T16:30:25.880" v="1309" actId="14100"/>
          <ac:cxnSpMkLst>
            <pc:docMk/>
            <pc:sldMk cId="1780315580" sldId="3700"/>
            <ac:cxnSpMk id="55" creationId="{000D343A-5531-BF98-26CB-4CF5289094D3}"/>
          </ac:cxnSpMkLst>
        </pc:cxnChg>
        <pc:cxnChg chg="mod">
          <ac:chgData name="Stagiaire Adenka" userId="872d948b-eb78-405c-856e-e683ecb72bbc" providerId="ADAL" clId="{C80ECFEB-9EE1-4A7E-9624-6193CABCBDBD}" dt="2026-10-23T16:27:31.648" v="1233" actId="1076"/>
          <ac:cxnSpMkLst>
            <pc:docMk/>
            <pc:sldMk cId="1780315580" sldId="3700"/>
            <ac:cxnSpMk id="215" creationId="{45132455-B8D0-5881-C2F2-D852752FA7C3}"/>
          </ac:cxnSpMkLst>
        </pc:cxnChg>
        <pc:cxnChg chg="mod">
          <ac:chgData name="Stagiaire Adenka" userId="872d948b-eb78-405c-856e-e683ecb72bbc" providerId="ADAL" clId="{C80ECFEB-9EE1-4A7E-9624-6193CABCBDBD}" dt="2026-10-23T16:26:41.302" v="1186" actId="1076"/>
          <ac:cxnSpMkLst>
            <pc:docMk/>
            <pc:sldMk cId="1780315580" sldId="3700"/>
            <ac:cxnSpMk id="225" creationId="{A124BCDC-D951-63A4-D867-5E3A051AF79C}"/>
          </ac:cxnSpMkLst>
        </pc:cxnChg>
        <pc:cxnChg chg="mod">
          <ac:chgData name="Stagiaire Adenka" userId="872d948b-eb78-405c-856e-e683ecb72bbc" providerId="ADAL" clId="{C80ECFEB-9EE1-4A7E-9624-6193CABCBDBD}" dt="2026-10-23T16:26:36.885" v="1185" actId="1076"/>
          <ac:cxnSpMkLst>
            <pc:docMk/>
            <pc:sldMk cId="1780315580" sldId="3700"/>
            <ac:cxnSpMk id="227" creationId="{BB7CF889-C632-F4B6-5570-7FC3190EFF93}"/>
          </ac:cxnSpMkLst>
        </pc:cxnChg>
        <pc:cxnChg chg="mod">
          <ac:chgData name="Stagiaire Adenka" userId="872d948b-eb78-405c-856e-e683ecb72bbc" providerId="ADAL" clId="{C80ECFEB-9EE1-4A7E-9624-6193CABCBDBD}" dt="2026-10-23T16:28:05.003" v="1240" actId="1076"/>
          <ac:cxnSpMkLst>
            <pc:docMk/>
            <pc:sldMk cId="1780315580" sldId="3700"/>
            <ac:cxnSpMk id="235" creationId="{5A03953B-6F79-8489-6F56-7143E97CA9F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tagiaire Adenka" userId="872d948b-eb78-405c-856e-e683ecb72bbc" providerId="ADAL" clId="{C80ECFEB-9EE1-4A7E-9624-6193CABCBDBD}" dt="2026-10-23T16:25:47.936" v="1176" actId="20577"/>
              <pc2:cmMkLst xmlns:pc2="http://schemas.microsoft.com/office/powerpoint/2019/9/main/command">
                <pc:docMk/>
                <pc:sldMk cId="1780315580" sldId="3700"/>
                <pc2:cmMk id="{3DF7DD9B-87EA-4F13-BBD3-30513FD0AE92}"/>
              </pc2:cmMkLst>
            </pc226:cmChg>
          </p:ext>
        </pc:extLst>
      </pc:sldChg>
      <pc:sldChg chg="addSp delSp modSp add mod ord">
        <pc:chgData name="Stagiaire Adenka" userId="872d948b-eb78-405c-856e-e683ecb72bbc" providerId="ADAL" clId="{C80ECFEB-9EE1-4A7E-9624-6193CABCBDBD}" dt="2026-10-23T16:25:21.968" v="1147" actId="1076"/>
        <pc:sldMkLst>
          <pc:docMk/>
          <pc:sldMk cId="1404014499" sldId="3701"/>
        </pc:sldMkLst>
        <pc:spChg chg="mod">
          <ac:chgData name="Stagiaire Adenka" userId="872d948b-eb78-405c-856e-e683ecb72bbc" providerId="ADAL" clId="{C80ECFEB-9EE1-4A7E-9624-6193CABCBDBD}" dt="2026-10-22T17:19:24.867" v="76" actId="20577"/>
          <ac:spMkLst>
            <pc:docMk/>
            <pc:sldMk cId="1404014499" sldId="3701"/>
            <ac:spMk id="3" creationId="{88ACC02B-ED7E-619E-FBB9-AE3A61E2AFB7}"/>
          </ac:spMkLst>
        </pc:spChg>
        <pc:spChg chg="mod">
          <ac:chgData name="Stagiaire Adenka" userId="872d948b-eb78-405c-856e-e683ecb72bbc" providerId="ADAL" clId="{C80ECFEB-9EE1-4A7E-9624-6193CABCBDBD}" dt="2026-10-22T18:59:30.395" v="738" actId="1076"/>
          <ac:spMkLst>
            <pc:docMk/>
            <pc:sldMk cId="1404014499" sldId="3701"/>
            <ac:spMk id="5" creationId="{1DE13EA9-3F62-1704-216B-F343624E7BD6}"/>
          </ac:spMkLst>
        </pc:spChg>
        <pc:spChg chg="mod">
          <ac:chgData name="Stagiaire Adenka" userId="872d948b-eb78-405c-856e-e683ecb72bbc" providerId="ADAL" clId="{C80ECFEB-9EE1-4A7E-9624-6193CABCBDBD}" dt="2026-10-22T18:34:29.730" v="661" actId="207"/>
          <ac:spMkLst>
            <pc:docMk/>
            <pc:sldMk cId="1404014499" sldId="3701"/>
            <ac:spMk id="7" creationId="{31D0CC44-2873-FE15-44E3-3FA8F13C1DCC}"/>
          </ac:spMkLst>
        </pc:spChg>
        <pc:spChg chg="mod">
          <ac:chgData name="Stagiaire Adenka" userId="872d948b-eb78-405c-856e-e683ecb72bbc" providerId="ADAL" clId="{C80ECFEB-9EE1-4A7E-9624-6193CABCBDBD}" dt="2026-10-22T18:34:26.517" v="660" actId="207"/>
          <ac:spMkLst>
            <pc:docMk/>
            <pc:sldMk cId="1404014499" sldId="3701"/>
            <ac:spMk id="9" creationId="{BFC7F6EC-C808-4C70-9725-316B1D41E015}"/>
          </ac:spMkLst>
        </pc:spChg>
        <pc:spChg chg="mod">
          <ac:chgData name="Stagiaire Adenka" userId="872d948b-eb78-405c-856e-e683ecb72bbc" providerId="ADAL" clId="{C80ECFEB-9EE1-4A7E-9624-6193CABCBDBD}" dt="2026-10-22T19:04:50.589" v="789" actId="113"/>
          <ac:spMkLst>
            <pc:docMk/>
            <pc:sldMk cId="1404014499" sldId="3701"/>
            <ac:spMk id="11" creationId="{3E7ACCFF-9B97-E930-DA42-971E841BF40C}"/>
          </ac:spMkLst>
        </pc:spChg>
        <pc:spChg chg="del mod">
          <ac:chgData name="Stagiaire Adenka" userId="872d948b-eb78-405c-856e-e683ecb72bbc" providerId="ADAL" clId="{C80ECFEB-9EE1-4A7E-9624-6193CABCBDBD}" dt="2026-10-22T18:32:27.006" v="644" actId="478"/>
          <ac:spMkLst>
            <pc:docMk/>
            <pc:sldMk cId="1404014499" sldId="3701"/>
            <ac:spMk id="12" creationId="{BC42B315-743B-A38E-A6A0-9760E0AE9506}"/>
          </ac:spMkLst>
        </pc:spChg>
        <pc:spChg chg="mod">
          <ac:chgData name="Stagiaire Adenka" userId="872d948b-eb78-405c-856e-e683ecb72bbc" providerId="ADAL" clId="{C80ECFEB-9EE1-4A7E-9624-6193CABCBDBD}" dt="2026-10-22T19:04:52.906" v="790" actId="113"/>
          <ac:spMkLst>
            <pc:docMk/>
            <pc:sldMk cId="1404014499" sldId="3701"/>
            <ac:spMk id="13" creationId="{54DF7887-1534-84C1-9057-83064A65B03A}"/>
          </ac:spMkLst>
        </pc:spChg>
        <pc:spChg chg="mod">
          <ac:chgData name="Stagiaire Adenka" userId="872d948b-eb78-405c-856e-e683ecb72bbc" providerId="ADAL" clId="{C80ECFEB-9EE1-4A7E-9624-6193CABCBDBD}" dt="2026-10-22T19:04:55.623" v="791" actId="113"/>
          <ac:spMkLst>
            <pc:docMk/>
            <pc:sldMk cId="1404014499" sldId="3701"/>
            <ac:spMk id="15" creationId="{4A7FCB33-7395-1EE7-2DF0-C30AF2A4491B}"/>
          </ac:spMkLst>
        </pc:spChg>
        <pc:spChg chg="mod">
          <ac:chgData name="Stagiaire Adenka" userId="872d948b-eb78-405c-856e-e683ecb72bbc" providerId="ADAL" clId="{C80ECFEB-9EE1-4A7E-9624-6193CABCBDBD}" dt="2026-10-22T19:05:12.321" v="795" actId="1076"/>
          <ac:spMkLst>
            <pc:docMk/>
            <pc:sldMk cId="1404014499" sldId="3701"/>
            <ac:spMk id="17" creationId="{BE8891CB-59DB-E125-5D2A-7DF6AA4ABC6D}"/>
          </ac:spMkLst>
        </pc:spChg>
        <pc:spChg chg="mod">
          <ac:chgData name="Stagiaire Adenka" userId="872d948b-eb78-405c-856e-e683ecb72bbc" providerId="ADAL" clId="{C80ECFEB-9EE1-4A7E-9624-6193CABCBDBD}" dt="2026-10-22T17:49:15.498" v="414" actId="20577"/>
          <ac:spMkLst>
            <pc:docMk/>
            <pc:sldMk cId="1404014499" sldId="3701"/>
            <ac:spMk id="21" creationId="{43BD51E1-EA0B-BFFE-62C3-608692E00D09}"/>
          </ac:spMkLst>
        </pc:spChg>
        <pc:spChg chg="add del mod">
          <ac:chgData name="Stagiaire Adenka" userId="872d948b-eb78-405c-856e-e683ecb72bbc" providerId="ADAL" clId="{C80ECFEB-9EE1-4A7E-9624-6193CABCBDBD}" dt="2026-10-22T18:24:02.853" v="555"/>
          <ac:spMkLst>
            <pc:docMk/>
            <pc:sldMk cId="1404014499" sldId="3701"/>
            <ac:spMk id="28" creationId="{698BF0D1-DED3-7783-10A6-8C234EEE0403}"/>
          </ac:spMkLst>
        </pc:spChg>
        <pc:spChg chg="del">
          <ac:chgData name="Stagiaire Adenka" userId="872d948b-eb78-405c-856e-e683ecb72bbc" providerId="ADAL" clId="{C80ECFEB-9EE1-4A7E-9624-6193CABCBDBD}" dt="2026-10-22T18:27:22.024" v="563" actId="478"/>
          <ac:spMkLst>
            <pc:docMk/>
            <pc:sldMk cId="1404014499" sldId="3701"/>
            <ac:spMk id="30" creationId="{2FE46179-E1EA-9ED0-081D-A625EDC110F7}"/>
          </ac:spMkLst>
        </pc:spChg>
        <pc:spChg chg="add mod">
          <ac:chgData name="Stagiaire Adenka" userId="872d948b-eb78-405c-856e-e683ecb72bbc" providerId="ADAL" clId="{C80ECFEB-9EE1-4A7E-9624-6193CABCBDBD}" dt="2026-10-23T16:24:26.990" v="1129" actId="20577"/>
          <ac:spMkLst>
            <pc:docMk/>
            <pc:sldMk cId="1404014499" sldId="3701"/>
            <ac:spMk id="32" creationId="{437BD74C-34E7-002F-B00B-475D3FA95E25}"/>
          </ac:spMkLst>
        </pc:spChg>
        <pc:spChg chg="mod">
          <ac:chgData name="Stagiaire Adenka" userId="872d948b-eb78-405c-856e-e683ecb72bbc" providerId="ADAL" clId="{C80ECFEB-9EE1-4A7E-9624-6193CABCBDBD}" dt="2026-10-22T18:24:54.421" v="557" actId="20577"/>
          <ac:spMkLst>
            <pc:docMk/>
            <pc:sldMk cId="1404014499" sldId="3701"/>
            <ac:spMk id="35" creationId="{B88E61D0-9180-3B73-9169-5A0FB549EB91}"/>
          </ac:spMkLst>
        </pc:spChg>
        <pc:spChg chg="del mod">
          <ac:chgData name="Stagiaire Adenka" userId="872d948b-eb78-405c-856e-e683ecb72bbc" providerId="ADAL" clId="{C80ECFEB-9EE1-4A7E-9624-6193CABCBDBD}" dt="2026-10-22T18:27:32.544" v="567" actId="478"/>
          <ac:spMkLst>
            <pc:docMk/>
            <pc:sldMk cId="1404014499" sldId="3701"/>
            <ac:spMk id="40" creationId="{7D653F24-5359-EE27-84D1-B7E86163D2F1}"/>
          </ac:spMkLst>
        </pc:spChg>
        <pc:spChg chg="del">
          <ac:chgData name="Stagiaire Adenka" userId="872d948b-eb78-405c-856e-e683ecb72bbc" providerId="ADAL" clId="{C80ECFEB-9EE1-4A7E-9624-6193CABCBDBD}" dt="2026-10-22T18:27:37.200" v="568" actId="478"/>
          <ac:spMkLst>
            <pc:docMk/>
            <pc:sldMk cId="1404014499" sldId="3701"/>
            <ac:spMk id="42" creationId="{A9663D80-AC99-8BA3-FFD4-A38559F997B8}"/>
          </ac:spMkLst>
        </pc:spChg>
        <pc:spChg chg="mod">
          <ac:chgData name="Stagiaire Adenka" userId="872d948b-eb78-405c-856e-e683ecb72bbc" providerId="ADAL" clId="{C80ECFEB-9EE1-4A7E-9624-6193CABCBDBD}" dt="2026-10-22T17:45:46.223" v="291" actId="208"/>
          <ac:spMkLst>
            <pc:docMk/>
            <pc:sldMk cId="1404014499" sldId="3701"/>
            <ac:spMk id="50" creationId="{288F7FAF-4D20-0C43-67E1-FBABB65C28CF}"/>
          </ac:spMkLst>
        </pc:spChg>
        <pc:spChg chg="del">
          <ac:chgData name="Stagiaire Adenka" userId="872d948b-eb78-405c-856e-e683ecb72bbc" providerId="ADAL" clId="{C80ECFEB-9EE1-4A7E-9624-6193CABCBDBD}" dt="2026-10-22T18:27:46.293" v="572" actId="478"/>
          <ac:spMkLst>
            <pc:docMk/>
            <pc:sldMk cId="1404014499" sldId="3701"/>
            <ac:spMk id="51" creationId="{A3D1F1E0-5B9F-9AF4-357D-3F20D7462539}"/>
          </ac:spMkLst>
        </pc:spChg>
        <pc:spChg chg="mod">
          <ac:chgData name="Stagiaire Adenka" userId="872d948b-eb78-405c-856e-e683ecb72bbc" providerId="ADAL" clId="{C80ECFEB-9EE1-4A7E-9624-6193CABCBDBD}" dt="2026-10-22T17:50:17.881" v="500" actId="20577"/>
          <ac:spMkLst>
            <pc:docMk/>
            <pc:sldMk cId="1404014499" sldId="3701"/>
            <ac:spMk id="53" creationId="{BA0749B9-1399-EAED-D358-D957079C01AA}"/>
          </ac:spMkLst>
        </pc:spChg>
        <pc:spChg chg="del mod">
          <ac:chgData name="Stagiaire Adenka" userId="872d948b-eb78-405c-856e-e683ecb72bbc" providerId="ADAL" clId="{C80ECFEB-9EE1-4A7E-9624-6193CABCBDBD}" dt="2026-10-22T18:27:26.834" v="565" actId="478"/>
          <ac:spMkLst>
            <pc:docMk/>
            <pc:sldMk cId="1404014499" sldId="3701"/>
            <ac:spMk id="54" creationId="{FB349EA2-ACF2-B3AC-1392-30EFE7893BBA}"/>
          </ac:spMkLst>
        </pc:spChg>
        <pc:spChg chg="mod">
          <ac:chgData name="Stagiaire Adenka" userId="872d948b-eb78-405c-856e-e683ecb72bbc" providerId="ADAL" clId="{C80ECFEB-9EE1-4A7E-9624-6193CABCBDBD}" dt="2026-10-22T17:45:41.220" v="290" actId="208"/>
          <ac:spMkLst>
            <pc:docMk/>
            <pc:sldMk cId="1404014499" sldId="3701"/>
            <ac:spMk id="55" creationId="{300DF89C-78F8-C487-4601-9080A0AFEF34}"/>
          </ac:spMkLst>
        </pc:spChg>
        <pc:spChg chg="mod">
          <ac:chgData name="Stagiaire Adenka" userId="872d948b-eb78-405c-856e-e683ecb72bbc" providerId="ADAL" clId="{C80ECFEB-9EE1-4A7E-9624-6193CABCBDBD}" dt="2026-10-23T16:24:34.603" v="1140" actId="20577"/>
          <ac:spMkLst>
            <pc:docMk/>
            <pc:sldMk cId="1404014499" sldId="3701"/>
            <ac:spMk id="57" creationId="{0666448C-3E16-D920-F235-9EE7594FD7D6}"/>
          </ac:spMkLst>
        </pc:spChg>
        <pc:spChg chg="mod">
          <ac:chgData name="Stagiaire Adenka" userId="872d948b-eb78-405c-856e-e683ecb72bbc" providerId="ADAL" clId="{C80ECFEB-9EE1-4A7E-9624-6193CABCBDBD}" dt="2026-10-22T18:07:08.460" v="511" actId="20577"/>
          <ac:spMkLst>
            <pc:docMk/>
            <pc:sldMk cId="1404014499" sldId="3701"/>
            <ac:spMk id="69" creationId="{E386D24C-CE73-ABA7-91C5-24E16C871EF1}"/>
          </ac:spMkLst>
        </pc:spChg>
        <pc:spChg chg="mod">
          <ac:chgData name="Stagiaire Adenka" userId="872d948b-eb78-405c-856e-e683ecb72bbc" providerId="ADAL" clId="{C80ECFEB-9EE1-4A7E-9624-6193CABCBDBD}" dt="2026-10-22T18:58:37.766" v="732" actId="6549"/>
          <ac:spMkLst>
            <pc:docMk/>
            <pc:sldMk cId="1404014499" sldId="3701"/>
            <ac:spMk id="73" creationId="{3455C403-8BB0-7B79-9017-9B58496AFC76}"/>
          </ac:spMkLst>
        </pc:spChg>
        <pc:spChg chg="mod">
          <ac:chgData name="Stagiaire Adenka" userId="872d948b-eb78-405c-856e-e683ecb72bbc" providerId="ADAL" clId="{C80ECFEB-9EE1-4A7E-9624-6193CABCBDBD}" dt="2026-10-22T18:07:35.486" v="512" actId="1076"/>
          <ac:spMkLst>
            <pc:docMk/>
            <pc:sldMk cId="1404014499" sldId="3701"/>
            <ac:spMk id="74" creationId="{DA7807C6-15B4-DC98-FD73-2FBCC22BDA2F}"/>
          </ac:spMkLst>
        </pc:spChg>
        <pc:spChg chg="mod">
          <ac:chgData name="Stagiaire Adenka" userId="872d948b-eb78-405c-856e-e683ecb72bbc" providerId="ADAL" clId="{C80ECFEB-9EE1-4A7E-9624-6193CABCBDBD}" dt="2026-10-22T18:58:27.413" v="731" actId="20577"/>
          <ac:spMkLst>
            <pc:docMk/>
            <pc:sldMk cId="1404014499" sldId="3701"/>
            <ac:spMk id="84" creationId="{963E590D-E71E-B4F0-4B89-1B0313F59EA5}"/>
          </ac:spMkLst>
        </pc:spChg>
        <pc:spChg chg="mod">
          <ac:chgData name="Stagiaire Adenka" userId="872d948b-eb78-405c-856e-e683ecb72bbc" providerId="ADAL" clId="{C80ECFEB-9EE1-4A7E-9624-6193CABCBDBD}" dt="2026-10-22T18:07:53.389" v="515" actId="1076"/>
          <ac:spMkLst>
            <pc:docMk/>
            <pc:sldMk cId="1404014499" sldId="3701"/>
            <ac:spMk id="86" creationId="{2F759B41-CD6B-DB4C-7DA6-FAFC0FFBEBEA}"/>
          </ac:spMkLst>
        </pc:spChg>
        <pc:spChg chg="mod">
          <ac:chgData name="Stagiaire Adenka" userId="872d948b-eb78-405c-856e-e683ecb72bbc" providerId="ADAL" clId="{C80ECFEB-9EE1-4A7E-9624-6193CABCBDBD}" dt="2026-10-23T16:23:04.433" v="1060" actId="1076"/>
          <ac:spMkLst>
            <pc:docMk/>
            <pc:sldMk cId="1404014499" sldId="3701"/>
            <ac:spMk id="89" creationId="{441BFD15-9088-C098-52ED-6B4E13B6BE0E}"/>
          </ac:spMkLst>
        </pc:spChg>
        <pc:spChg chg="del">
          <ac:chgData name="Stagiaire Adenka" userId="872d948b-eb78-405c-856e-e683ecb72bbc" providerId="ADAL" clId="{C80ECFEB-9EE1-4A7E-9624-6193CABCBDBD}" dt="2026-10-22T18:27:09.825" v="558" actId="478"/>
          <ac:spMkLst>
            <pc:docMk/>
            <pc:sldMk cId="1404014499" sldId="3701"/>
            <ac:spMk id="94" creationId="{C1420B90-98D3-0DFD-D6B2-FB6213A451B6}"/>
          </ac:spMkLst>
        </pc:spChg>
        <pc:spChg chg="add mod">
          <ac:chgData name="Stagiaire Adenka" userId="872d948b-eb78-405c-856e-e683ecb72bbc" providerId="ADAL" clId="{C80ECFEB-9EE1-4A7E-9624-6193CABCBDBD}" dt="2026-10-23T16:25:21.968" v="1147" actId="1076"/>
          <ac:spMkLst>
            <pc:docMk/>
            <pc:sldMk cId="1404014499" sldId="3701"/>
            <ac:spMk id="100" creationId="{84B78462-1DD6-3C52-38CC-663F85D89E8C}"/>
          </ac:spMkLst>
        </pc:spChg>
        <pc:spChg chg="mod">
          <ac:chgData name="Stagiaire Adenka" userId="872d948b-eb78-405c-856e-e683ecb72bbc" providerId="ADAL" clId="{C80ECFEB-9EE1-4A7E-9624-6193CABCBDBD}" dt="2026-10-23T16:24:43.593" v="1141" actId="1076"/>
          <ac:spMkLst>
            <pc:docMk/>
            <pc:sldMk cId="1404014499" sldId="3701"/>
            <ac:spMk id="101" creationId="{3FD311C3-1FA5-5F10-190B-3F5524FB721E}"/>
          </ac:spMkLst>
        </pc:spChg>
        <pc:picChg chg="add ord">
          <ac:chgData name="Stagiaire Adenka" userId="872d948b-eb78-405c-856e-e683ecb72bbc" providerId="ADAL" clId="{C80ECFEB-9EE1-4A7E-9624-6193CABCBDBD}" dt="2026-10-22T18:35:20.708" v="663" actId="167"/>
          <ac:picMkLst>
            <pc:docMk/>
            <pc:sldMk cId="1404014499" sldId="3701"/>
            <ac:picMk id="64" creationId="{1592EF6B-4DDC-D7D6-A6FA-4D11BB239702}"/>
          </ac:picMkLst>
        </pc:picChg>
        <pc:cxnChg chg="add mod">
          <ac:chgData name="Stagiaire Adenka" userId="872d948b-eb78-405c-856e-e683ecb72bbc" providerId="ADAL" clId="{C80ECFEB-9EE1-4A7E-9624-6193CABCBDBD}" dt="2026-10-23T16:24:43.593" v="1141" actId="1076"/>
          <ac:cxnSpMkLst>
            <pc:docMk/>
            <pc:sldMk cId="1404014499" sldId="3701"/>
            <ac:cxnSpMk id="14" creationId="{0842B33C-FA56-2ADB-DDB0-E827D8691465}"/>
          </ac:cxnSpMkLst>
        </pc:cxnChg>
        <pc:cxnChg chg="mod">
          <ac:chgData name="Stagiaire Adenka" userId="872d948b-eb78-405c-856e-e683ecb72bbc" providerId="ADAL" clId="{C80ECFEB-9EE1-4A7E-9624-6193CABCBDBD}" dt="2026-10-22T18:33:28.868" v="655" actId="14100"/>
          <ac:cxnSpMkLst>
            <pc:docMk/>
            <pc:sldMk cId="1404014499" sldId="3701"/>
            <ac:cxnSpMk id="18" creationId="{E41E6BB5-6A6F-A7A5-2A34-ED61B9F3D694}"/>
          </ac:cxnSpMkLst>
        </pc:cxnChg>
        <pc:cxnChg chg="mod">
          <ac:chgData name="Stagiaire Adenka" userId="872d948b-eb78-405c-856e-e683ecb72bbc" providerId="ADAL" clId="{C80ECFEB-9EE1-4A7E-9624-6193CABCBDBD}" dt="2026-10-22T18:33:01.751" v="650" actId="14100"/>
          <ac:cxnSpMkLst>
            <pc:docMk/>
            <pc:sldMk cId="1404014499" sldId="3701"/>
            <ac:cxnSpMk id="26" creationId="{71A78E78-215B-DB16-F764-33AF83DA38E1}"/>
          </ac:cxnSpMkLst>
        </pc:cxnChg>
        <pc:cxnChg chg="mod">
          <ac:chgData name="Stagiaire Adenka" userId="872d948b-eb78-405c-856e-e683ecb72bbc" providerId="ADAL" clId="{C80ECFEB-9EE1-4A7E-9624-6193CABCBDBD}" dt="2026-10-22T18:32:54.108" v="648" actId="14100"/>
          <ac:cxnSpMkLst>
            <pc:docMk/>
            <pc:sldMk cId="1404014499" sldId="3701"/>
            <ac:cxnSpMk id="27" creationId="{E88C5A92-594D-81D1-EA0F-9B6CD61D1F04}"/>
          </ac:cxnSpMkLst>
        </pc:cxnChg>
        <pc:cxnChg chg="mod">
          <ac:chgData name="Stagiaire Adenka" userId="872d948b-eb78-405c-856e-e683ecb72bbc" providerId="ADAL" clId="{C80ECFEB-9EE1-4A7E-9624-6193CABCBDBD}" dt="2026-10-22T18:33:14.402" v="652" actId="14100"/>
          <ac:cxnSpMkLst>
            <pc:docMk/>
            <pc:sldMk cId="1404014499" sldId="3701"/>
            <ac:cxnSpMk id="31" creationId="{4A8C0326-5F0C-36B5-1F11-F89EA8B6AF15}"/>
          </ac:cxnSpMkLst>
        </pc:cxnChg>
        <pc:cxnChg chg="mod">
          <ac:chgData name="Stagiaire Adenka" userId="872d948b-eb78-405c-856e-e683ecb72bbc" providerId="ADAL" clId="{C80ECFEB-9EE1-4A7E-9624-6193CABCBDBD}" dt="2026-10-22T17:47:49.980" v="345" actId="1076"/>
          <ac:cxnSpMkLst>
            <pc:docMk/>
            <pc:sldMk cId="1404014499" sldId="3701"/>
            <ac:cxnSpMk id="37" creationId="{10B145FA-F530-B1EA-1EB3-36C8EEACE5A6}"/>
          </ac:cxnSpMkLst>
        </pc:cxnChg>
        <pc:cxnChg chg="add">
          <ac:chgData name="Stagiaire Adenka" userId="872d948b-eb78-405c-856e-e683ecb72bbc" providerId="ADAL" clId="{C80ECFEB-9EE1-4A7E-9624-6193CABCBDBD}" dt="2026-10-23T16:25:10.387" v="1146" actId="11529"/>
          <ac:cxnSpMkLst>
            <pc:docMk/>
            <pc:sldMk cId="1404014499" sldId="3701"/>
            <ac:cxnSpMk id="52" creationId="{87A95E0A-CFE0-A63F-2CAE-C83242146E1B}"/>
          </ac:cxnSpMkLst>
        </pc:cxnChg>
        <pc:cxnChg chg="add mod">
          <ac:chgData name="Stagiaire Adenka" userId="872d948b-eb78-405c-856e-e683ecb72bbc" providerId="ADAL" clId="{C80ECFEB-9EE1-4A7E-9624-6193CABCBDBD}" dt="2026-10-23T16:25:21.968" v="1147" actId="1076"/>
          <ac:cxnSpMkLst>
            <pc:docMk/>
            <pc:sldMk cId="1404014499" sldId="3701"/>
            <ac:cxnSpMk id="56" creationId="{42CA0C80-4E08-C08B-8DFF-BAC3392187A8}"/>
          </ac:cxnSpMkLst>
        </pc:cxnChg>
        <pc:cxnChg chg="del mod">
          <ac:chgData name="Stagiaire Adenka" userId="872d948b-eb78-405c-856e-e683ecb72bbc" providerId="ADAL" clId="{C80ECFEB-9EE1-4A7E-9624-6193CABCBDBD}" dt="2026-10-22T18:27:39.615" v="569" actId="478"/>
          <ac:cxnSpMkLst>
            <pc:docMk/>
            <pc:sldMk cId="1404014499" sldId="3701"/>
            <ac:cxnSpMk id="59" creationId="{F7722A9F-C50E-40AB-F1AE-F08AB406EEF8}"/>
          </ac:cxnSpMkLst>
        </pc:cxnChg>
        <pc:cxnChg chg="add mod">
          <ac:chgData name="Stagiaire Adenka" userId="872d948b-eb78-405c-856e-e683ecb72bbc" providerId="ADAL" clId="{C80ECFEB-9EE1-4A7E-9624-6193CABCBDBD}" dt="2026-10-22T18:34:03.709" v="659" actId="13822"/>
          <ac:cxnSpMkLst>
            <pc:docMk/>
            <pc:sldMk cId="1404014499" sldId="3701"/>
            <ac:cxnSpMk id="61" creationId="{2A454244-0421-0902-378A-A3D236205663}"/>
          </ac:cxnSpMkLst>
        </pc:cxnChg>
        <pc:cxnChg chg="del mod">
          <ac:chgData name="Stagiaire Adenka" userId="872d948b-eb78-405c-856e-e683ecb72bbc" providerId="ADAL" clId="{C80ECFEB-9EE1-4A7E-9624-6193CABCBDBD}" dt="2026-10-22T18:27:41.561" v="570" actId="478"/>
          <ac:cxnSpMkLst>
            <pc:docMk/>
            <pc:sldMk cId="1404014499" sldId="3701"/>
            <ac:cxnSpMk id="62" creationId="{A61744CF-1673-81D0-0A3A-53A6CA1A461D}"/>
          </ac:cxnSpMkLst>
        </pc:cxnChg>
        <pc:cxnChg chg="mod">
          <ac:chgData name="Stagiaire Adenka" userId="872d948b-eb78-405c-856e-e683ecb72bbc" providerId="ADAL" clId="{C80ECFEB-9EE1-4A7E-9624-6193CABCBDBD}" dt="2026-10-22T18:07:35.486" v="512" actId="1076"/>
          <ac:cxnSpMkLst>
            <pc:docMk/>
            <pc:sldMk cId="1404014499" sldId="3701"/>
            <ac:cxnSpMk id="75" creationId="{4470A234-59CE-0D16-2DFA-BC3F9F73C316}"/>
          </ac:cxnSpMkLst>
        </pc:cxnChg>
        <pc:cxnChg chg="mod">
          <ac:chgData name="Stagiaire Adenka" userId="872d948b-eb78-405c-856e-e683ecb72bbc" providerId="ADAL" clId="{C80ECFEB-9EE1-4A7E-9624-6193CABCBDBD}" dt="2026-10-22T18:33:23.961" v="654" actId="14100"/>
          <ac:cxnSpMkLst>
            <pc:docMk/>
            <pc:sldMk cId="1404014499" sldId="3701"/>
            <ac:cxnSpMk id="82" creationId="{D26D40C0-AA15-6776-76ED-73725DE66833}"/>
          </ac:cxnSpMkLst>
        </pc:cxnChg>
        <pc:cxnChg chg="mod">
          <ac:chgData name="Stagiaire Adenka" userId="872d948b-eb78-405c-856e-e683ecb72bbc" providerId="ADAL" clId="{C80ECFEB-9EE1-4A7E-9624-6193CABCBDBD}" dt="2026-10-22T18:07:47.069" v="514" actId="1076"/>
          <ac:cxnSpMkLst>
            <pc:docMk/>
            <pc:sldMk cId="1404014499" sldId="3701"/>
            <ac:cxnSpMk id="87" creationId="{DDC068CA-12BF-0941-7F0A-C87979FCEAA6}"/>
          </ac:cxnSpMkLst>
        </pc:cxnChg>
        <pc:cxnChg chg="mod">
          <ac:chgData name="Stagiaire Adenka" userId="872d948b-eb78-405c-856e-e683ecb72bbc" providerId="ADAL" clId="{C80ECFEB-9EE1-4A7E-9624-6193CABCBDBD}" dt="2026-10-23T16:23:04.433" v="1060" actId="1076"/>
          <ac:cxnSpMkLst>
            <pc:docMk/>
            <pc:sldMk cId="1404014499" sldId="3701"/>
            <ac:cxnSpMk id="90" creationId="{AE606099-E7E2-110B-DAAD-3547A42C5C38}"/>
          </ac:cxnSpMkLst>
        </pc:cxnChg>
        <pc:cxnChg chg="del mod">
          <ac:chgData name="Stagiaire Adenka" userId="872d948b-eb78-405c-856e-e683ecb72bbc" providerId="ADAL" clId="{C80ECFEB-9EE1-4A7E-9624-6193CABCBDBD}" dt="2026-10-22T18:27:43.937" v="571" actId="478"/>
          <ac:cxnSpMkLst>
            <pc:docMk/>
            <pc:sldMk cId="1404014499" sldId="3701"/>
            <ac:cxnSpMk id="98" creationId="{AB92A36B-4045-4401-69DC-7C8CB9457747}"/>
          </ac:cxnSpMkLst>
        </pc:cxnChg>
        <pc:cxnChg chg="del mod">
          <ac:chgData name="Stagiaire Adenka" userId="872d948b-eb78-405c-856e-e683ecb72bbc" providerId="ADAL" clId="{C80ECFEB-9EE1-4A7E-9624-6193CABCBDBD}" dt="2026-10-22T18:08:44.760" v="518" actId="478"/>
          <ac:cxnSpMkLst>
            <pc:docMk/>
            <pc:sldMk cId="1404014499" sldId="3701"/>
            <ac:cxnSpMk id="106" creationId="{EA7C87BF-347F-67D9-8DF3-DA9D3D76C5FC}"/>
          </ac:cxnSpMkLst>
        </pc:cxnChg>
        <pc:cxnChg chg="add mod">
          <ac:chgData name="Stagiaire Adenka" userId="872d948b-eb78-405c-856e-e683ecb72bbc" providerId="ADAL" clId="{C80ECFEB-9EE1-4A7E-9624-6193CABCBDBD}" dt="2026-10-23T16:25:21.968" v="1147" actId="1076"/>
          <ac:cxnSpMkLst>
            <pc:docMk/>
            <pc:sldMk cId="1404014499" sldId="3701"/>
            <ac:cxnSpMk id="109" creationId="{F333C443-49C7-8BC0-F180-F24DF9B850BB}"/>
          </ac:cxnSpMkLst>
        </pc:cxnChg>
        <pc:cxnChg chg="del">
          <ac:chgData name="Stagiaire Adenka" userId="872d948b-eb78-405c-856e-e683ecb72bbc" providerId="ADAL" clId="{C80ECFEB-9EE1-4A7E-9624-6193CABCBDBD}" dt="2026-10-22T18:27:14.921" v="560" actId="478"/>
          <ac:cxnSpMkLst>
            <pc:docMk/>
            <pc:sldMk cId="1404014499" sldId="3701"/>
            <ac:cxnSpMk id="116" creationId="{A4A87F7D-F72C-6AD8-54EB-686DA19D50FB}"/>
          </ac:cxnSpMkLst>
        </pc:cxnChg>
        <pc:cxnChg chg="del">
          <ac:chgData name="Stagiaire Adenka" userId="872d948b-eb78-405c-856e-e683ecb72bbc" providerId="ADAL" clId="{C80ECFEB-9EE1-4A7E-9624-6193CABCBDBD}" dt="2026-10-22T18:27:12.245" v="559" actId="478"/>
          <ac:cxnSpMkLst>
            <pc:docMk/>
            <pc:sldMk cId="1404014499" sldId="3701"/>
            <ac:cxnSpMk id="124" creationId="{FB32FE05-A497-6C9D-EFBC-CD4EE94AF73A}"/>
          </ac:cxnSpMkLst>
        </pc:cxnChg>
        <pc:cxnChg chg="del mod">
          <ac:chgData name="Stagiaire Adenka" userId="872d948b-eb78-405c-856e-e683ecb72bbc" providerId="ADAL" clId="{C80ECFEB-9EE1-4A7E-9624-6193CABCBDBD}" dt="2026-10-22T18:27:16.974" v="561" actId="478"/>
          <ac:cxnSpMkLst>
            <pc:docMk/>
            <pc:sldMk cId="1404014499" sldId="3701"/>
            <ac:cxnSpMk id="199" creationId="{C5832129-3659-FC03-3A57-3BCE518DA5D4}"/>
          </ac:cxnSpMkLst>
        </pc:cxnChg>
        <pc:cxnChg chg="mod">
          <ac:chgData name="Stagiaire Adenka" userId="872d948b-eb78-405c-856e-e683ecb72bbc" providerId="ADAL" clId="{C80ECFEB-9EE1-4A7E-9624-6193CABCBDBD}" dt="2026-10-23T16:24:55.157" v="1144" actId="14100"/>
          <ac:cxnSpMkLst>
            <pc:docMk/>
            <pc:sldMk cId="1404014499" sldId="3701"/>
            <ac:cxnSpMk id="218" creationId="{DD45C5B5-4B8B-AFF5-150F-4D3AB1603204}"/>
          </ac:cxnSpMkLst>
        </pc:cxnChg>
        <pc:cxnChg chg="del">
          <ac:chgData name="Stagiaire Adenka" userId="872d948b-eb78-405c-856e-e683ecb72bbc" providerId="ADAL" clId="{C80ECFEB-9EE1-4A7E-9624-6193CABCBDBD}" dt="2026-10-22T18:27:20.219" v="562" actId="478"/>
          <ac:cxnSpMkLst>
            <pc:docMk/>
            <pc:sldMk cId="1404014499" sldId="3701"/>
            <ac:cxnSpMk id="231" creationId="{7112761F-5537-98DA-4580-6705A973D2C8}"/>
          </ac:cxnSpMkLst>
        </pc:cxnChg>
        <pc:cxnChg chg="del mod">
          <ac:chgData name="Stagiaire Adenka" userId="872d948b-eb78-405c-856e-e683ecb72bbc" providerId="ADAL" clId="{C80ECFEB-9EE1-4A7E-9624-6193CABCBDBD}" dt="2026-10-23T16:24:59.754" v="1145" actId="478"/>
          <ac:cxnSpMkLst>
            <pc:docMk/>
            <pc:sldMk cId="1404014499" sldId="3701"/>
            <ac:cxnSpMk id="235" creationId="{ACCF02B1-7F10-EB47-E5CF-19F77A6121D9}"/>
          </ac:cxnSpMkLst>
        </pc:cxnChg>
      </pc:sldChg>
      <pc:sldChg chg="addSp delSp modSp add mod ord">
        <pc:chgData name="Stagiaire Adenka" userId="872d948b-eb78-405c-856e-e683ecb72bbc" providerId="ADAL" clId="{C80ECFEB-9EE1-4A7E-9624-6193CABCBDBD}" dt="2026-10-23T15:13:30.974" v="1009" actId="478"/>
        <pc:sldMkLst>
          <pc:docMk/>
          <pc:sldMk cId="2239344814" sldId="3702"/>
        </pc:sldMkLst>
        <pc:spChg chg="add del mod">
          <ac:chgData name="Stagiaire Adenka" userId="872d948b-eb78-405c-856e-e683ecb72bbc" providerId="ADAL" clId="{C80ECFEB-9EE1-4A7E-9624-6193CABCBDBD}" dt="2026-10-22T19:08:09.556" v="844" actId="478"/>
          <ac:spMkLst>
            <pc:docMk/>
            <pc:sldMk cId="2239344814" sldId="3702"/>
            <ac:spMk id="2" creationId="{B4B4FBB6-CF97-30A7-9605-E2706F29A83C}"/>
          </ac:spMkLst>
        </pc:spChg>
        <pc:spChg chg="mod">
          <ac:chgData name="Stagiaire Adenka" userId="872d948b-eb78-405c-856e-e683ecb72bbc" providerId="ADAL" clId="{C80ECFEB-9EE1-4A7E-9624-6193CABCBDBD}" dt="2026-10-22T17:23:59.371" v="153" actId="20577"/>
          <ac:spMkLst>
            <pc:docMk/>
            <pc:sldMk cId="2239344814" sldId="3702"/>
            <ac:spMk id="3" creationId="{BC84B4B6-F90C-D401-7C70-AA17042D243F}"/>
          </ac:spMkLst>
        </pc:spChg>
        <pc:spChg chg="mod">
          <ac:chgData name="Stagiaire Adenka" userId="872d948b-eb78-405c-856e-e683ecb72bbc" providerId="ADAL" clId="{C80ECFEB-9EE1-4A7E-9624-6193CABCBDBD}" dt="2026-10-22T19:11:59.689" v="950" actId="1076"/>
          <ac:spMkLst>
            <pc:docMk/>
            <pc:sldMk cId="2239344814" sldId="3702"/>
            <ac:spMk id="5" creationId="{5ADC0C3B-9830-E54C-2F61-C22993805BDC}"/>
          </ac:spMkLst>
        </pc:spChg>
        <pc:spChg chg="mod">
          <ac:chgData name="Stagiaire Adenka" userId="872d948b-eb78-405c-856e-e683ecb72bbc" providerId="ADAL" clId="{C80ECFEB-9EE1-4A7E-9624-6193CABCBDBD}" dt="2026-10-22T19:13:23.981" v="961" actId="207"/>
          <ac:spMkLst>
            <pc:docMk/>
            <pc:sldMk cId="2239344814" sldId="3702"/>
            <ac:spMk id="7" creationId="{484CC5C3-BE7F-75D9-6A21-94003AEA5047}"/>
          </ac:spMkLst>
        </pc:spChg>
        <pc:spChg chg="mod">
          <ac:chgData name="Stagiaire Adenka" userId="872d948b-eb78-405c-856e-e683ecb72bbc" providerId="ADAL" clId="{C80ECFEB-9EE1-4A7E-9624-6193CABCBDBD}" dt="2026-10-22T19:13:21.160" v="960" actId="207"/>
          <ac:spMkLst>
            <pc:docMk/>
            <pc:sldMk cId="2239344814" sldId="3702"/>
            <ac:spMk id="9" creationId="{0F062AF0-FC5A-601A-EEDD-1F01E6121843}"/>
          </ac:spMkLst>
        </pc:spChg>
        <pc:spChg chg="mod">
          <ac:chgData name="Stagiaire Adenka" userId="872d948b-eb78-405c-856e-e683ecb72bbc" providerId="ADAL" clId="{C80ECFEB-9EE1-4A7E-9624-6193CABCBDBD}" dt="2026-10-22T19:13:00.812" v="955" actId="113"/>
          <ac:spMkLst>
            <pc:docMk/>
            <pc:sldMk cId="2239344814" sldId="3702"/>
            <ac:spMk id="11" creationId="{2EBD3C5F-298A-92F5-4050-D1EA71688254}"/>
          </ac:spMkLst>
        </pc:spChg>
        <pc:spChg chg="mod">
          <ac:chgData name="Stagiaire Adenka" userId="872d948b-eb78-405c-856e-e683ecb72bbc" providerId="ADAL" clId="{C80ECFEB-9EE1-4A7E-9624-6193CABCBDBD}" dt="2026-10-22T19:14:17.064" v="979" actId="20577"/>
          <ac:spMkLst>
            <pc:docMk/>
            <pc:sldMk cId="2239344814" sldId="3702"/>
            <ac:spMk id="12" creationId="{F9F0CEFC-7441-C7CE-3792-6E9A50D93A4D}"/>
          </ac:spMkLst>
        </pc:spChg>
        <pc:spChg chg="mod">
          <ac:chgData name="Stagiaire Adenka" userId="872d948b-eb78-405c-856e-e683ecb72bbc" providerId="ADAL" clId="{C80ECFEB-9EE1-4A7E-9624-6193CABCBDBD}" dt="2026-10-22T19:13:09.074" v="956" actId="113"/>
          <ac:spMkLst>
            <pc:docMk/>
            <pc:sldMk cId="2239344814" sldId="3702"/>
            <ac:spMk id="13" creationId="{53EC243E-89BF-E7E7-0424-872369FD9307}"/>
          </ac:spMkLst>
        </pc:spChg>
        <pc:spChg chg="mod">
          <ac:chgData name="Stagiaire Adenka" userId="872d948b-eb78-405c-856e-e683ecb72bbc" providerId="ADAL" clId="{C80ECFEB-9EE1-4A7E-9624-6193CABCBDBD}" dt="2026-10-22T19:13:11.685" v="957" actId="113"/>
          <ac:spMkLst>
            <pc:docMk/>
            <pc:sldMk cId="2239344814" sldId="3702"/>
            <ac:spMk id="15" creationId="{96929EE2-408A-ABA5-6435-9C5C1966F6AF}"/>
          </ac:spMkLst>
        </pc:spChg>
        <pc:spChg chg="mod">
          <ac:chgData name="Stagiaire Adenka" userId="872d948b-eb78-405c-856e-e683ecb72bbc" providerId="ADAL" clId="{C80ECFEB-9EE1-4A7E-9624-6193CABCBDBD}" dt="2026-10-22T19:13:14.419" v="958" actId="113"/>
          <ac:spMkLst>
            <pc:docMk/>
            <pc:sldMk cId="2239344814" sldId="3702"/>
            <ac:spMk id="17" creationId="{AD8A0E18-38CC-D3E2-F8BE-0EF16915C973}"/>
          </ac:spMkLst>
        </pc:spChg>
        <pc:spChg chg="mod">
          <ac:chgData name="Stagiaire Adenka" userId="872d948b-eb78-405c-856e-e683ecb72bbc" providerId="ADAL" clId="{C80ECFEB-9EE1-4A7E-9624-6193CABCBDBD}" dt="2026-10-22T19:12:26.672" v="952" actId="1076"/>
          <ac:spMkLst>
            <pc:docMk/>
            <pc:sldMk cId="2239344814" sldId="3702"/>
            <ac:spMk id="21" creationId="{B7AF5BE7-9F11-A69B-8AF9-B409CBC458F4}"/>
          </ac:spMkLst>
        </pc:spChg>
        <pc:spChg chg="mod">
          <ac:chgData name="Stagiaire Adenka" userId="872d948b-eb78-405c-856e-e683ecb72bbc" providerId="ADAL" clId="{C80ECFEB-9EE1-4A7E-9624-6193CABCBDBD}" dt="2026-10-22T19:12:34.562" v="954" actId="14100"/>
          <ac:spMkLst>
            <pc:docMk/>
            <pc:sldMk cId="2239344814" sldId="3702"/>
            <ac:spMk id="23" creationId="{9357C137-C6E0-3096-770C-5BFEC0567E3C}"/>
          </ac:spMkLst>
        </pc:spChg>
        <pc:spChg chg="del mod">
          <ac:chgData name="Stagiaire Adenka" userId="872d948b-eb78-405c-856e-e683ecb72bbc" providerId="ADAL" clId="{C80ECFEB-9EE1-4A7E-9624-6193CABCBDBD}" dt="2026-10-23T15:13:02.382" v="1004" actId="478"/>
          <ac:spMkLst>
            <pc:docMk/>
            <pc:sldMk cId="2239344814" sldId="3702"/>
            <ac:spMk id="30" creationId="{4A836C48-848C-C4A1-64D8-EBC4C7614DEE}"/>
          </ac:spMkLst>
        </pc:spChg>
        <pc:spChg chg="mod">
          <ac:chgData name="Stagiaire Adenka" userId="872d948b-eb78-405c-856e-e683ecb72bbc" providerId="ADAL" clId="{C80ECFEB-9EE1-4A7E-9624-6193CABCBDBD}" dt="2026-10-22T19:13:41.337" v="962" actId="113"/>
          <ac:spMkLst>
            <pc:docMk/>
            <pc:sldMk cId="2239344814" sldId="3702"/>
            <ac:spMk id="40" creationId="{738F0475-226B-87AD-51A0-01667FD9147E}"/>
          </ac:spMkLst>
        </pc:spChg>
        <pc:spChg chg="mod">
          <ac:chgData name="Stagiaire Adenka" userId="872d948b-eb78-405c-856e-e683ecb72bbc" providerId="ADAL" clId="{C80ECFEB-9EE1-4A7E-9624-6193CABCBDBD}" dt="2026-10-22T19:10:49.367" v="945" actId="14100"/>
          <ac:spMkLst>
            <pc:docMk/>
            <pc:sldMk cId="2239344814" sldId="3702"/>
            <ac:spMk id="45" creationId="{40B9635D-55DD-721D-A8AA-AB389B88B063}"/>
          </ac:spMkLst>
        </pc:spChg>
        <pc:spChg chg="mod">
          <ac:chgData name="Stagiaire Adenka" userId="872d948b-eb78-405c-856e-e683ecb72bbc" providerId="ADAL" clId="{C80ECFEB-9EE1-4A7E-9624-6193CABCBDBD}" dt="2026-10-22T18:57:18.240" v="721" actId="208"/>
          <ac:spMkLst>
            <pc:docMk/>
            <pc:sldMk cId="2239344814" sldId="3702"/>
            <ac:spMk id="50" creationId="{B16E612C-1120-EAF3-4BB5-C80C078E114E}"/>
          </ac:spMkLst>
        </pc:spChg>
        <pc:spChg chg="add del mod">
          <ac:chgData name="Stagiaire Adenka" userId="872d948b-eb78-405c-856e-e683ecb72bbc" providerId="ADAL" clId="{C80ECFEB-9EE1-4A7E-9624-6193CABCBDBD}" dt="2026-10-22T19:15:35.519" v="982" actId="478"/>
          <ac:spMkLst>
            <pc:docMk/>
            <pc:sldMk cId="2239344814" sldId="3702"/>
            <ac:spMk id="53" creationId="{168E0E61-4278-97F4-6550-DC479DBB15EC}"/>
          </ac:spMkLst>
        </pc:spChg>
        <pc:spChg chg="del">
          <ac:chgData name="Stagiaire Adenka" userId="872d948b-eb78-405c-856e-e683ecb72bbc" providerId="ADAL" clId="{C80ECFEB-9EE1-4A7E-9624-6193CABCBDBD}" dt="2026-10-23T15:13:05.772" v="1005" actId="478"/>
          <ac:spMkLst>
            <pc:docMk/>
            <pc:sldMk cId="2239344814" sldId="3702"/>
            <ac:spMk id="54" creationId="{11C6AD4A-3C33-95F9-5F98-4DF143D60347}"/>
          </ac:spMkLst>
        </pc:spChg>
        <pc:spChg chg="mod">
          <ac:chgData name="Stagiaire Adenka" userId="872d948b-eb78-405c-856e-e683ecb72bbc" providerId="ADAL" clId="{C80ECFEB-9EE1-4A7E-9624-6193CABCBDBD}" dt="2026-10-22T18:57:23.871" v="722" actId="208"/>
          <ac:spMkLst>
            <pc:docMk/>
            <pc:sldMk cId="2239344814" sldId="3702"/>
            <ac:spMk id="55" creationId="{3F180002-ABEC-A9EC-A9FC-FF99D81244EA}"/>
          </ac:spMkLst>
        </pc:spChg>
        <pc:spChg chg="mod">
          <ac:chgData name="Stagiaire Adenka" userId="872d948b-eb78-405c-856e-e683ecb72bbc" providerId="ADAL" clId="{C80ECFEB-9EE1-4A7E-9624-6193CABCBDBD}" dt="2026-10-22T19:11:04.743" v="947" actId="1076"/>
          <ac:spMkLst>
            <pc:docMk/>
            <pc:sldMk cId="2239344814" sldId="3702"/>
            <ac:spMk id="58" creationId="{DCCFC0C9-2382-E2E7-28D4-22B42CA8DC60}"/>
          </ac:spMkLst>
        </pc:spChg>
        <pc:spChg chg="add del">
          <ac:chgData name="Stagiaire Adenka" userId="872d948b-eb78-405c-856e-e683ecb72bbc" providerId="ADAL" clId="{C80ECFEB-9EE1-4A7E-9624-6193CABCBDBD}" dt="2026-10-22T19:15:36.202" v="983" actId="478"/>
          <ac:spMkLst>
            <pc:docMk/>
            <pc:sldMk cId="2239344814" sldId="3702"/>
            <ac:spMk id="69" creationId="{397DCA9D-E8E9-AE7D-E7F1-F55F0398FD99}"/>
          </ac:spMkLst>
        </pc:spChg>
        <pc:grpChg chg="mod">
          <ac:chgData name="Stagiaire Adenka" userId="872d948b-eb78-405c-856e-e683ecb72bbc" providerId="ADAL" clId="{C80ECFEB-9EE1-4A7E-9624-6193CABCBDBD}" dt="2026-10-22T19:10:57.851" v="946" actId="14100"/>
          <ac:grpSpMkLst>
            <pc:docMk/>
            <pc:sldMk cId="2239344814" sldId="3702"/>
            <ac:grpSpMk id="43" creationId="{44F4A589-272C-CD9C-D6CD-7457E192E14D}"/>
          </ac:grpSpMkLst>
        </pc:grpChg>
        <pc:picChg chg="add ord">
          <ac:chgData name="Stagiaire Adenka" userId="872d948b-eb78-405c-856e-e683ecb72bbc" providerId="ADAL" clId="{C80ECFEB-9EE1-4A7E-9624-6193CABCBDBD}" dt="2026-10-22T18:36:50.408" v="669" actId="167"/>
          <ac:picMkLst>
            <pc:docMk/>
            <pc:sldMk cId="2239344814" sldId="3702"/>
            <ac:picMk id="6" creationId="{393FD067-1534-E6DA-A48A-1455AB0EE895}"/>
          </ac:picMkLst>
        </pc:picChg>
        <pc:cxnChg chg="add mod">
          <ac:chgData name="Stagiaire Adenka" userId="872d948b-eb78-405c-856e-e683ecb72bbc" providerId="ADAL" clId="{C80ECFEB-9EE1-4A7E-9624-6193CABCBDBD}" dt="2026-10-23T15:13:28.618" v="1008" actId="13822"/>
          <ac:cxnSpMkLst>
            <pc:docMk/>
            <pc:sldMk cId="2239344814" sldId="3702"/>
            <ac:cxnSpMk id="4" creationId="{25D6D521-D4F4-D38F-C4EF-F024A321D479}"/>
          </ac:cxnSpMkLst>
        </pc:cxnChg>
        <pc:cxnChg chg="add del mod">
          <ac:chgData name="Stagiaire Adenka" userId="872d948b-eb78-405c-856e-e683ecb72bbc" providerId="ADAL" clId="{C80ECFEB-9EE1-4A7E-9624-6193CABCBDBD}" dt="2026-10-23T15:13:12.251" v="1006" actId="478"/>
          <ac:cxnSpMkLst>
            <pc:docMk/>
            <pc:sldMk cId="2239344814" sldId="3702"/>
            <ac:cxnSpMk id="33" creationId="{0CAF12B2-3F69-35EF-04E9-8976E5AA795F}"/>
          </ac:cxnSpMkLst>
        </pc:cxnChg>
        <pc:cxnChg chg="mod">
          <ac:chgData name="Stagiaire Adenka" userId="872d948b-eb78-405c-856e-e683ecb72bbc" providerId="ADAL" clId="{C80ECFEB-9EE1-4A7E-9624-6193CABCBDBD}" dt="2026-10-22T19:15:35.519" v="982" actId="478"/>
          <ac:cxnSpMkLst>
            <pc:docMk/>
            <pc:sldMk cId="2239344814" sldId="3702"/>
            <ac:cxnSpMk id="36" creationId="{77CD3634-0851-90BC-0ED9-50EFFA8DB220}"/>
          </ac:cxnSpMkLst>
        </pc:cxnChg>
        <pc:cxnChg chg="mod">
          <ac:chgData name="Stagiaire Adenka" userId="872d948b-eb78-405c-856e-e683ecb72bbc" providerId="ADAL" clId="{C80ECFEB-9EE1-4A7E-9624-6193CABCBDBD}" dt="2026-10-22T19:11:08.769" v="948" actId="14100"/>
          <ac:cxnSpMkLst>
            <pc:docMk/>
            <pc:sldMk cId="2239344814" sldId="3702"/>
            <ac:cxnSpMk id="46" creationId="{3A8B1950-ECBD-B555-F0C7-07225C207121}"/>
          </ac:cxnSpMkLst>
        </pc:cxnChg>
        <pc:cxnChg chg="del mod">
          <ac:chgData name="Stagiaire Adenka" userId="872d948b-eb78-405c-856e-e683ecb72bbc" providerId="ADAL" clId="{C80ECFEB-9EE1-4A7E-9624-6193CABCBDBD}" dt="2026-10-23T15:13:30.974" v="1009" actId="478"/>
          <ac:cxnSpMkLst>
            <pc:docMk/>
            <pc:sldMk cId="2239344814" sldId="3702"/>
            <ac:cxnSpMk id="59" creationId="{3DD4407D-821B-7A54-1382-8CC3A308CCC5}"/>
          </ac:cxnSpMkLst>
        </pc:cxnChg>
        <pc:cxnChg chg="mod">
          <ac:chgData name="Stagiaire Adenka" userId="872d948b-eb78-405c-856e-e683ecb72bbc" providerId="ADAL" clId="{C80ECFEB-9EE1-4A7E-9624-6193CABCBDBD}" dt="2026-10-22T19:15:35.519" v="982" actId="478"/>
          <ac:cxnSpMkLst>
            <pc:docMk/>
            <pc:sldMk cId="2239344814" sldId="3702"/>
            <ac:cxnSpMk id="66" creationId="{A53539D4-D1FC-A63A-E8AC-ECEDBC7DBFA0}"/>
          </ac:cxnSpMkLst>
        </pc:cxnChg>
        <pc:cxnChg chg="mod">
          <ac:chgData name="Stagiaire Adenka" userId="872d948b-eb78-405c-856e-e683ecb72bbc" providerId="ADAL" clId="{C80ECFEB-9EE1-4A7E-9624-6193CABCBDBD}" dt="2026-10-22T19:15:36.202" v="983" actId="478"/>
          <ac:cxnSpMkLst>
            <pc:docMk/>
            <pc:sldMk cId="2239344814" sldId="3702"/>
            <ac:cxnSpMk id="75" creationId="{0344B69B-98B2-89C4-B249-668745B72D1C}"/>
          </ac:cxnSpMkLst>
        </pc:cxnChg>
        <pc:cxnChg chg="del mod">
          <ac:chgData name="Stagiaire Adenka" userId="872d948b-eb78-405c-856e-e683ecb72bbc" providerId="ADAL" clId="{C80ECFEB-9EE1-4A7E-9624-6193CABCBDBD}" dt="2026-10-22T19:16:30.776" v="984" actId="478"/>
          <ac:cxnSpMkLst>
            <pc:docMk/>
            <pc:sldMk cId="2239344814" sldId="3702"/>
            <ac:cxnSpMk id="199" creationId="{1F14BB45-B4E9-1BAF-5368-806115192B26}"/>
          </ac:cxnSpMkLst>
        </pc:cxnChg>
        <pc:cxnChg chg="mod">
          <ac:chgData name="Stagiaire Adenka" userId="872d948b-eb78-405c-856e-e683ecb72bbc" providerId="ADAL" clId="{C80ECFEB-9EE1-4A7E-9624-6193CABCBDBD}" dt="2026-10-22T19:10:57.851" v="946" actId="14100"/>
          <ac:cxnSpMkLst>
            <pc:docMk/>
            <pc:sldMk cId="2239344814" sldId="3702"/>
            <ac:cxnSpMk id="238" creationId="{1F8E9A5C-463D-93F2-3968-863ED6DD0BE2}"/>
          </ac:cxnSpMkLst>
        </pc:cxnChg>
      </pc:sldChg>
      <pc:sldChg chg="addSp delSp modSp add del mod ord">
        <pc:chgData name="Stagiaire Adenka" userId="872d948b-eb78-405c-856e-e683ecb72bbc" providerId="ADAL" clId="{C80ECFEB-9EE1-4A7E-9624-6193CABCBDBD}" dt="2026-10-22T18:42:36.222" v="719" actId="47"/>
        <pc:sldMkLst>
          <pc:docMk/>
          <pc:sldMk cId="384606862" sldId="3703"/>
        </pc:sldMkLst>
        <pc:spChg chg="add mod">
          <ac:chgData name="Stagiaire Adenka" userId="872d948b-eb78-405c-856e-e683ecb72bbc" providerId="ADAL" clId="{C80ECFEB-9EE1-4A7E-9624-6193CABCBDBD}" dt="2026-10-22T18:42:01.914" v="714" actId="1076"/>
          <ac:spMkLst>
            <pc:docMk/>
            <pc:sldMk cId="384606862" sldId="3703"/>
            <ac:spMk id="4" creationId="{19EE3E25-261F-CF72-7CC4-B9B0E101E0AF}"/>
          </ac:spMkLst>
        </pc:spChg>
        <pc:spChg chg="add del mod">
          <ac:chgData name="Stagiaire Adenka" userId="872d948b-eb78-405c-856e-e683ecb72bbc" providerId="ADAL" clId="{C80ECFEB-9EE1-4A7E-9624-6193CABCBDBD}" dt="2026-10-22T18:42:34.990" v="718"/>
          <ac:spMkLst>
            <pc:docMk/>
            <pc:sldMk cId="384606862" sldId="3703"/>
            <ac:spMk id="8" creationId="{2E48B9D0-7A0E-FA1B-8C4B-8CD339EF434E}"/>
          </ac:spMkLst>
        </pc:spChg>
      </pc:sldChg>
      <pc:sldChg chg="new del">
        <pc:chgData name="Stagiaire Adenka" userId="872d948b-eb78-405c-856e-e683ecb72bbc" providerId="ADAL" clId="{C80ECFEB-9EE1-4A7E-9624-6193CABCBDBD}" dt="2026-10-23T14:56:27.060" v="988" actId="47"/>
        <pc:sldMkLst>
          <pc:docMk/>
          <pc:sldMk cId="3536067806" sldId="3703"/>
        </pc:sldMkLst>
      </pc:sldChg>
    </pc:docChg>
  </pc:docChgLst>
</pc:chgInfo>
</file>

<file path=ppt/comments/modernComment_E73_9E1E9F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B76DAF-F0E9-45C2-8649-B56DD9593C49}" authorId="{30AE03B7-D733-CB61-7F99-D6FD6AE07CF8}" created="2026-10-23T09:37:35.5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2806933" sldId="3699"/>
      <ac:spMk id="54" creationId="{78D3EA8D-1B2B-5C6F-9952-82717CFF58CE}"/>
      <ac:txMk cp="0" len="38">
        <ac:context len="39" hash="36640469"/>
      </ac:txMk>
    </ac:txMkLst>
    <p188:txBody>
      <a:bodyPr/>
      <a:lstStyle/>
      <a:p>
        <a:r>
          <a:rPr lang="fr-CI"/>
          <a:t>A supprimer</a:t>
        </a:r>
      </a:p>
    </p188:txBody>
  </p188:cm>
  <p188:cm id="{EF8A4D7A-4A4F-45C8-B070-AF5C5DF0851D}" authorId="{30AE03B7-D733-CB61-7F99-D6FD6AE07CF8}" created="2026-10-23T09:38:48.4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52806933" sldId="3699"/>
      <ac:spMk id="42" creationId="{4501F48A-2FDD-9ABA-D226-82F64FA90F51}"/>
      <ac:txMk cp="0" len="49">
        <ac:context len="50" hash="3120564934"/>
      </ac:txMk>
    </ac:txMkLst>
    <p188:pos x="1556929" y="238171"/>
    <p188:txBody>
      <a:bodyPr/>
      <a:lstStyle/>
      <a:p>
        <a:r>
          <a:rPr lang="fr-CI"/>
          <a:t>C’est quoi l’affectation, de ce qu’on a vu, les PEP et EFC sont déjà dans des dossiers différents. Est-ce que ce sont eux qui font la distinction ? Ou je ne comprends pas </a:t>
        </a:r>
      </a:p>
    </p188:txBody>
  </p188:cm>
</p188:cmLst>
</file>

<file path=ppt/comments/modernComment_E74_6A1D75B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F7DD9B-87EA-4F13-BBD3-30513FD0AE92}" authorId="{30AE03B7-D733-CB61-7F99-D6FD6AE07CF8}" created="2026-10-23T09:10:39.1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0315580" sldId="3700"/>
      <ac:spMk id="211" creationId="{0B9136D9-B184-8A3F-4ED9-FF1A081DDE16}"/>
      <ac:txMk cp="0" len="11">
        <ac:context len="22" hash="2638219116"/>
      </ac:txMk>
    </ac:txMkLst>
    <p188:pos x="1145756" y="257454"/>
    <p188:txBody>
      <a:bodyPr/>
      <a:lstStyle/>
      <a:p>
        <a:r>
          <a:rPr lang="fr-CI"/>
          <a:t>Par courrier ? Mail ? C’est quoi le document ici ?</a:t>
        </a:r>
      </a:p>
    </p188:txBody>
  </p188:cm>
  <p188:cm id="{DA59C7A6-98EF-4D69-8E17-FCADF4F4319E}" authorId="{30AE03B7-D733-CB61-7F99-D6FD6AE07CF8}" created="2026-10-23T09:13:21.76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0315580" sldId="3700"/>
      <ac:spMk id="223" creationId="{D11030E1-42D1-73F2-A248-3B05EE77FE49}"/>
    </ac:deMkLst>
    <p188:pos x="1203596" y="261016"/>
    <p188:txBody>
      <a:bodyPr/>
      <a:lstStyle/>
      <a:p>
        <a:r>
          <a:rPr lang="fr-CI"/>
          <a:t>Par courrier, mail ? Sur la plateforme ? Comment il matérialise ? </a:t>
        </a:r>
      </a:p>
    </p188:txBody>
  </p188:cm>
  <p188:cm id="{DBB65D6D-B965-4155-8CC8-AB0751DB037B}" authorId="{30AE03B7-D733-CB61-7F99-D6FD6AE07CF8}" created="2026-10-23T09:19:25.6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0315580" sldId="3700"/>
      <ac:spMk id="7" creationId="{52210B1B-F7CC-BBBC-BA07-F3CC743360FC}"/>
    </ac:deMkLst>
    <p188:txBody>
      <a:bodyPr/>
      <a:lstStyle/>
      <a:p>
        <a:r>
          <a:rPr lang="fr-CI"/>
          <a:t>Rajouter le paiement des mensualités à GNA</a:t>
        </a:r>
      </a:p>
    </p188:txBody>
  </p188:cm>
  <p188:cm id="{01C64841-E0D7-4A1F-B3B8-AB9B6C8203F2}" authorId="{30AE03B7-D733-CB61-7F99-D6FD6AE07CF8}" created="2026-10-23T09:26:50.1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0315580" sldId="3700"/>
      <ac:spMk id="57" creationId="{3EF657A2-6838-58C3-D29C-A77277467F0D}"/>
      <ac:txMk cp="0" len="32">
        <ac:context len="64" hash="1919193978"/>
      </ac:txMk>
    </ac:txMkLst>
    <p188:pos x="1282260" y="265338"/>
    <p188:txBody>
      <a:bodyPr/>
      <a:lstStyle/>
      <a:p>
        <a:r>
          <a:rPr lang="fr-CI"/>
          <a:t>Quels comptes sont touchés ? À quel moment ce CA est constaté ? Quelle est la base de la comptabilisation ? </a:t>
        </a:r>
      </a:p>
    </p188:txBody>
  </p188:cm>
</p188:cmLst>
</file>

<file path=ppt/comments/modernComment_E75_53AF8F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ED250F-7284-4A44-9AE8-DC3D7895C924}" authorId="{30AE03B7-D733-CB61-7F99-D6FD6AE07CF8}" created="2026-10-23T09:47:00.61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04014499" sldId="3701"/>
      <ac:spMk id="3" creationId="{88ACC02B-ED7E-619E-FBB9-AE3A61E2AFB7}"/>
      <ac:txMk cp="57" len="28">
        <ac:context len="86" hash="1469292418"/>
      </ac:txMk>
    </ac:txMkLst>
    <p188:pos x="8045916" y="295358"/>
    <p188:txBody>
      <a:bodyPr/>
      <a:lstStyle/>
      <a:p>
        <a:r>
          <a:rPr lang="fr-CI"/>
          <a:t>A revoir</a:t>
        </a:r>
      </a:p>
    </p188:txBody>
  </p188:cm>
</p188:cmLst>
</file>

<file path=ppt/comments/modernComment_E76_8579B0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5C8F74-76D8-428B-B911-6BFEF2318BD8}" authorId="{30AE03B7-D733-CB61-7F99-D6FD6AE07CF8}" created="2026-10-23T09:48:38.8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9344814" sldId="3702"/>
      <ac:spMk id="45" creationId="{40B9635D-55DD-721D-A8AA-AB389B88B063}"/>
      <ac:txMk cp="0" len="19">
        <ac:context len="21" hash="1667222674"/>
      </ac:txMk>
    </ac:txMkLst>
    <p188:pos x="949221" y="296546"/>
    <p188:txBody>
      <a:bodyPr/>
      <a:lstStyle/>
      <a:p>
        <a:r>
          <a:rPr lang="fr-CI"/>
          <a:t>Qui la fournit ? A quel moment ? Combien elle coute (si c’est bien le fppn qui la réalise)</a:t>
        </a:r>
      </a:p>
    </p188:txBody>
  </p188:cm>
  <p188:cm id="{595672E8-4CE7-400B-BB26-5386A8BFB58E}" authorId="{30AE03B7-D733-CB61-7F99-D6FD6AE07CF8}" created="2026-10-23T09:49:08.1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9344814" sldId="3702"/>
      <ac:spMk id="54" creationId="{11C6AD4A-3C33-95F9-5F98-4DF143D60347}"/>
      <ac:txMk cp="0" len="50">
        <ac:context len="51" hash="1255680894"/>
      </ac:txMk>
    </ac:txMkLst>
    <p188:txBody>
      <a:bodyPr/>
      <a:lstStyle/>
      <a:p>
        <a:r>
          <a:rPr lang="fr-CI"/>
          <a:t>A supprimer</a:t>
        </a:r>
      </a:p>
    </p188:txBody>
  </p188:cm>
  <p188:cm id="{7EE00D99-AF44-4DF9-8541-EAD8A00FFD30}" authorId="{30AE03B7-D733-CB61-7F99-D6FD6AE07CF8}" created="2026-10-23T09:49:33.8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9344814" sldId="3702"/>
      <ac:spMk id="42" creationId="{23BDD41E-8288-4BDD-9144-E6AF4C5B67E1}"/>
      <ac:txMk cp="0" len="49">
        <ac:context len="50" hash="3120564934"/>
      </ac:txMk>
    </ac:txMkLst>
    <p188:pos x="1556929" y="238171"/>
    <p188:txBody>
      <a:bodyPr/>
      <a:lstStyle/>
      <a:p>
        <a:r>
          <a:rPr lang="fr-CI"/>
          <a:t>Voir commentaire Slide 2</a:t>
        </a:r>
      </a:p>
    </p188:txBody>
  </p188:cm>
  <p188:cm id="{260364F4-2BCB-4948-A574-0DCB6477B1D8}" authorId="{30AE03B7-D733-CB61-7F99-D6FD6AE07CF8}" created="2026-10-23T09:50:16.7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39344814" sldId="3702"/>
      <ac:spMk id="57" creationId="{CB58031C-7C3D-27A3-0F0A-89E360294FFE}"/>
      <ac:txMk cp="0" len="46">
        <ac:context len="47" hash="2952741946"/>
      </ac:txMk>
    </ac:txMkLst>
    <p188:pos x="1303281" y="265338"/>
    <p188:txBody>
      <a:bodyPr/>
      <a:lstStyle/>
      <a:p>
        <a:r>
          <a:rPr lang="fr-CI"/>
          <a:t>Voir commentaire slide 2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96880-1636-60CE-0517-473AA4BF8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2AFD8C-9FB2-29C3-072F-23D77757B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B42B6B-9C0F-60ED-D451-641F7096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5CA53F-1788-5E63-DD38-9C8549E1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8C4BA9-4D13-DFA0-917C-6C18C0B3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3169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C9898-D5A1-C5DD-DFC3-40E13D37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22AC01-D3CF-937C-DED3-43D02A0B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EF0377-5D4D-98DF-BBDE-311CDF0E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BC9855-1292-BFC6-8BAD-BE79167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45427-9369-2022-0F50-94D3D650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94858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3B6F4-5760-3E94-1AAD-50B8C7F7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5F7C27-AB6D-9DC6-7205-7F104DFE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E0BC94-9E28-EF24-96E3-3A5B8B3C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C331DD-560E-4A94-0925-037CD183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4C1874-5347-AA3E-43E4-087C8803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30646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82B581-BDB1-8E4E-C605-C8F2F8C5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D23D0-B6B1-4919-9785-74EE9758C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2C787C-590D-D22B-2897-3B4D0160B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0B92F4-9EDB-09CE-F312-E32D5B0D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D8019C-8B71-25D1-6CF9-5D0A76BF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924180-751F-84B1-0D98-496345A5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57594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0153CD-764C-B96C-1C98-33F33A0A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3C000E-3207-F5B3-2D88-8E868191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8524E2-A03E-2EC0-A2C1-88B984900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A2EB4E-9548-0477-120B-866D10E23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BEA70D-E364-1A4A-E378-FA3161862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259730-DA6D-D120-5574-76759B9C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60006A2-39DE-CF19-90E6-A6DA603E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B1DD07-C7E5-C8A6-1E0B-E90771FD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48752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ABBB5-5923-FC03-AD93-8EAA565B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2FCBEC-70F1-1A40-C60C-67A6A44C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BD8F0C-D02D-B742-95D0-9297BD1E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6C1D72-188B-20DB-78C4-94BEE2A4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95184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4F44E93-65F1-5072-BE67-49446C04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7AAD34E-FB0E-8737-FCCD-BDBC219E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606F57-F48B-05C9-1247-AD428DD2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33568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A83F6-ADE9-8936-3F7A-85682F14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497D95-FA36-E399-4320-EB6DC0D9A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D1FE93-C6A9-1ACB-04FF-2ADA0C3CA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1AC801-42C5-8BCC-D62F-3999F4AC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56816D-CF01-CC66-CF0A-E174B80B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5F6A32-0AFE-6C19-CA83-3818E54D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89455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A431F-AE10-0639-BB1E-E1C01C39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B3E061-4F15-E8EE-49DC-0740B26E2A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75934A-B863-60CD-1017-533CC8C08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068CAD-87AD-4673-E2CE-8FD20C47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624B68-ACCF-5A14-64BE-0FA76732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D5557B-5CE9-2244-BAD8-22D939A6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37944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9681B-ECA5-C2CB-1143-F1F610AA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6C28A3-3CA6-B468-C5E8-BBF3994D7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8A24D9-5D51-475B-F685-3F21DB8D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410698-A0BE-0AFE-9ADE-AD1FC6FB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26DE29-2B9B-289B-B0F8-D6F9C102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95701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265E0B-7D33-D39A-C81A-778570B2F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477713-CA40-6DE6-2A87-E5457BD3C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AC357F-F584-8C1E-D1F2-C554873D2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5DF317-F774-1A72-175D-F5911431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CE59FD-2C57-30E3-4FFC-84FF259F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687692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4478383"/>
              </p:ext>
            </p:extLst>
          </p:nvPr>
        </p:nvGraphicFramePr>
        <p:xfrm>
          <a:off x="1589" y="1616"/>
          <a:ext cx="1590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616"/>
                        <a:ext cx="159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3045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66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14CD51-4949-CA2C-0A60-119A05F4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0B2BFE-0B35-193F-99B7-542E213C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EA3255-1229-1D57-2ED9-F1CFF503E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875FC-0D53-4E36-AADC-891AEAA286EA}" type="datetimeFigureOut">
              <a:rPr lang="fr-CI" smtClean="0"/>
              <a:t>23/10/2026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C7C03C-A20E-F455-60F2-7443F4907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2D1207-5E0F-85DB-A82A-B61E5234B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B4834-CFD8-4616-82F2-6F895E737DEC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50255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microsoft.com/office/2018/10/relationships/comments" Target="../comments/modernComment_E73_9E1E9F15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microsoft.com/office/2018/10/relationships/comments" Target="../comments/modernComment_E74_6A1D75BC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microsoft.com/office/2018/10/relationships/comments" Target="../comments/modernComment_E75_53AF8FA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microsoft.com/office/2018/10/relationships/comments" Target="../comments/modernComment_E76_8579B0AE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D73C8C10-5042-C384-CADE-923C6FC486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4C3C034-884F-3EDE-8408-583867BFCA25}"/>
              </a:ext>
            </a:extLst>
          </p:cNvPr>
          <p:cNvSpPr txBox="1">
            <a:spLocks/>
          </p:cNvSpPr>
          <p:nvPr/>
        </p:nvSpPr>
        <p:spPr>
          <a:xfrm>
            <a:off x="1634112" y="83014"/>
            <a:ext cx="9637297" cy="27699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Flow chart du processus de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comptabilisation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des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cotisations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et </a:t>
            </a:r>
            <a:r>
              <a:rPr lang="fr-FR" sz="1200" b="1" i="1">
                <a:latin typeface="Helvetica" panose="020B0604020202020204" pitchFamily="34" charset="0"/>
                <a:cs typeface="Helvetica" panose="020B0604020202020204" pitchFamily="34" charset="0"/>
              </a:rPr>
              <a:t>produits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- E</a:t>
            </a:r>
            <a:r>
              <a:rPr lang="fr-CI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pargne</a:t>
            </a:r>
            <a:r>
              <a:rPr lang="fr-CI" sz="1200" b="1" i="1">
                <a:latin typeface="Helvetica" panose="020B0604020202020204" pitchFamily="34" charset="0"/>
                <a:cs typeface="Helvetica" panose="020B0604020202020204" pitchFamily="34" charset="0"/>
              </a:rPr>
              <a:t> (EFC/PEP)</a:t>
            </a:r>
            <a:endParaRPr lang="fr-FR" sz="1345">
              <a:solidFill>
                <a:prstClr val="black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82ED5-4024-7F9D-B802-C9FD6F76669B}"/>
              </a:ext>
            </a:extLst>
          </p:cNvPr>
          <p:cNvSpPr>
            <a:spLocks/>
          </p:cNvSpPr>
          <p:nvPr/>
        </p:nvSpPr>
        <p:spPr>
          <a:xfrm>
            <a:off x="209873" y="896190"/>
            <a:ext cx="11701697" cy="58549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BBDF3-E8FA-5A89-F8A9-AA7FD632D5ED}"/>
              </a:ext>
            </a:extLst>
          </p:cNvPr>
          <p:cNvSpPr>
            <a:spLocks/>
          </p:cNvSpPr>
          <p:nvPr/>
        </p:nvSpPr>
        <p:spPr>
          <a:xfrm>
            <a:off x="198251" y="4330900"/>
            <a:ext cx="11713318" cy="11901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1E7ED-75D9-C1FC-0ED2-37DFBAB0B09D}"/>
              </a:ext>
            </a:extLst>
          </p:cNvPr>
          <p:cNvSpPr>
            <a:spLocks/>
          </p:cNvSpPr>
          <p:nvPr/>
        </p:nvSpPr>
        <p:spPr>
          <a:xfrm>
            <a:off x="225095" y="1914028"/>
            <a:ext cx="11701691" cy="12286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schemeClr val="accent2">
                  <a:lumMod val="60000"/>
                  <a:lumOff val="40000"/>
                </a:schemeClr>
              </a:solidFill>
              <a:latin typeface="Aptos" panose="0211000402020202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CD65C9-140B-92E0-0921-00FC06A759D4}"/>
              </a:ext>
            </a:extLst>
          </p:cNvPr>
          <p:cNvSpPr txBox="1">
            <a:spLocks/>
          </p:cNvSpPr>
          <p:nvPr/>
        </p:nvSpPr>
        <p:spPr>
          <a:xfrm rot="16200000">
            <a:off x="-62686" y="1273410"/>
            <a:ext cx="921625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POLICIER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98CC426-9CD1-E4CE-53F3-DEEEDC4BDB3D}"/>
              </a:ext>
            </a:extLst>
          </p:cNvPr>
          <p:cNvSpPr txBox="1">
            <a:spLocks/>
          </p:cNvSpPr>
          <p:nvPr/>
        </p:nvSpPr>
        <p:spPr>
          <a:xfrm rot="16200000">
            <a:off x="-112098" y="2312820"/>
            <a:ext cx="966469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IT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78B1B2D-FA07-3F5E-CBA8-3E32F0967B57}"/>
              </a:ext>
            </a:extLst>
          </p:cNvPr>
          <p:cNvSpPr txBox="1">
            <a:spLocks/>
          </p:cNvSpPr>
          <p:nvPr/>
        </p:nvSpPr>
        <p:spPr>
          <a:xfrm rot="16200000">
            <a:off x="-87400" y="3520050"/>
            <a:ext cx="1130727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PERSONNEL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D73FD28-DA20-F029-9E6E-63EA4F23EF9E}"/>
              </a:ext>
            </a:extLst>
          </p:cNvPr>
          <p:cNvSpPr txBox="1">
            <a:spLocks/>
          </p:cNvSpPr>
          <p:nvPr/>
        </p:nvSpPr>
        <p:spPr>
          <a:xfrm rot="16200000">
            <a:off x="-20943" y="4660037"/>
            <a:ext cx="764323" cy="277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TRESOR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5A2FA4B-89B5-7575-E3AA-C7BEAD394B87}"/>
              </a:ext>
            </a:extLst>
          </p:cNvPr>
          <p:cNvSpPr txBox="1">
            <a:spLocks/>
          </p:cNvSpPr>
          <p:nvPr/>
        </p:nvSpPr>
        <p:spPr>
          <a:xfrm>
            <a:off x="700896" y="426742"/>
            <a:ext cx="1336599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CI" sz="1200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Souscription au produit</a:t>
            </a:r>
            <a:endParaRPr lang="fr-FR" sz="1200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21D2B59-4D48-C182-D95C-65095E7EDE71}"/>
              </a:ext>
            </a:extLst>
          </p:cNvPr>
          <p:cNvSpPr txBox="1">
            <a:spLocks/>
          </p:cNvSpPr>
          <p:nvPr/>
        </p:nvSpPr>
        <p:spPr>
          <a:xfrm>
            <a:off x="2432304" y="416083"/>
            <a:ext cx="176876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Intégration dans Easy money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012B50F-DD63-B851-1C2D-B07D360CFC76}"/>
              </a:ext>
            </a:extLst>
          </p:cNvPr>
          <p:cNvSpPr txBox="1">
            <a:spLocks/>
          </p:cNvSpPr>
          <p:nvPr/>
        </p:nvSpPr>
        <p:spPr>
          <a:xfrm>
            <a:off x="4426995" y="426741"/>
            <a:ext cx="163372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Transmission fichier aller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3C87AC2-9BFD-4B29-2612-CD7E190AB959}"/>
              </a:ext>
            </a:extLst>
          </p:cNvPr>
          <p:cNvSpPr txBox="1">
            <a:spLocks/>
          </p:cNvSpPr>
          <p:nvPr/>
        </p:nvSpPr>
        <p:spPr>
          <a:xfrm>
            <a:off x="6501468" y="426740"/>
            <a:ext cx="162360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Prélèvement des fonds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D8D741EE-B113-DD42-9474-EC88B669E711}"/>
              </a:ext>
            </a:extLst>
          </p:cNvPr>
          <p:cNvCxnSpPr>
            <a:cxnSpLocks/>
          </p:cNvCxnSpPr>
          <p:nvPr/>
        </p:nvCxnSpPr>
        <p:spPr>
          <a:xfrm>
            <a:off x="4201069" y="906736"/>
            <a:ext cx="0" cy="58338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1D82F52D-1DCC-8E31-A027-50FD75EB7B72}"/>
              </a:ext>
            </a:extLst>
          </p:cNvPr>
          <p:cNvCxnSpPr>
            <a:cxnSpLocks/>
          </p:cNvCxnSpPr>
          <p:nvPr/>
        </p:nvCxnSpPr>
        <p:spPr>
          <a:xfrm>
            <a:off x="2359345" y="977067"/>
            <a:ext cx="0" cy="57635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9D3C48E-E765-0513-8281-F85209A9C2EA}"/>
              </a:ext>
            </a:extLst>
          </p:cNvPr>
          <p:cNvCxnSpPr>
            <a:cxnSpLocks/>
          </p:cNvCxnSpPr>
          <p:nvPr/>
        </p:nvCxnSpPr>
        <p:spPr>
          <a:xfrm>
            <a:off x="6265417" y="899216"/>
            <a:ext cx="16211" cy="58122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F8E2744-72E2-C16D-6C07-80C409AD70A8}"/>
              </a:ext>
            </a:extLst>
          </p:cNvPr>
          <p:cNvSpPr>
            <a:spLocks/>
          </p:cNvSpPr>
          <p:nvPr/>
        </p:nvSpPr>
        <p:spPr>
          <a:xfrm>
            <a:off x="1006910" y="981960"/>
            <a:ext cx="967002" cy="2191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Adhésion</a:t>
            </a: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 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DCC8B10-F174-6DE0-6834-8DDC9E5716DF}"/>
              </a:ext>
            </a:extLst>
          </p:cNvPr>
          <p:cNvCxnSpPr>
            <a:cxnSpLocks/>
            <a:stCxn id="44" idx="3"/>
            <a:endCxn id="53" idx="1"/>
          </p:cNvCxnSpPr>
          <p:nvPr/>
        </p:nvCxnSpPr>
        <p:spPr>
          <a:xfrm flipV="1">
            <a:off x="1930695" y="2168149"/>
            <a:ext cx="690736" cy="99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EBA2258A-558F-A8FC-17A3-6335A6C49692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496695" y="1201119"/>
            <a:ext cx="28180" cy="18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rganigramme : Multidocument 40">
            <a:extLst>
              <a:ext uri="{FF2B5EF4-FFF2-40B4-BE49-F238E27FC236}">
                <a16:creationId xmlns:a16="http://schemas.microsoft.com/office/drawing/2014/main" id="{54D1C1F6-012C-EFB6-B681-31BE9621EA41}"/>
              </a:ext>
            </a:extLst>
          </p:cNvPr>
          <p:cNvSpPr>
            <a:spLocks/>
          </p:cNvSpPr>
          <p:nvPr/>
        </p:nvSpPr>
        <p:spPr>
          <a:xfrm>
            <a:off x="932556" y="1381748"/>
            <a:ext cx="1041356" cy="516946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Fiche </a:t>
            </a: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d’adhésion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BB89544B-7F4F-B178-5901-B90AA9649CE1}"/>
              </a:ext>
            </a:extLst>
          </p:cNvPr>
          <p:cNvGrpSpPr/>
          <p:nvPr/>
        </p:nvGrpSpPr>
        <p:grpSpPr>
          <a:xfrm>
            <a:off x="807698" y="2045603"/>
            <a:ext cx="1122997" cy="474572"/>
            <a:chOff x="2745810" y="1727324"/>
            <a:chExt cx="955558" cy="741728"/>
          </a:xfrm>
        </p:grpSpPr>
        <p:sp>
          <p:nvSpPr>
            <p:cNvPr id="44" name="Organigramme : Décision 43">
              <a:extLst>
                <a:ext uri="{FF2B5EF4-FFF2-40B4-BE49-F238E27FC236}">
                  <a16:creationId xmlns:a16="http://schemas.microsoft.com/office/drawing/2014/main" id="{2E7E9A18-AAA9-BA6A-9F58-FA36BB8808B7}"/>
                </a:ext>
              </a:extLst>
            </p:cNvPr>
            <p:cNvSpPr>
              <a:spLocks/>
            </p:cNvSpPr>
            <p:nvPr/>
          </p:nvSpPr>
          <p:spPr>
            <a:xfrm>
              <a:off x="2745810" y="1727324"/>
              <a:ext cx="955558" cy="694451"/>
            </a:xfrm>
            <a:prstGeom prst="flowChartDecisio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2470" tIns="51235" rIns="102470" bIns="51235" rtlCol="0" anchor="ctr"/>
            <a:lstStyle/>
            <a:p>
              <a:pPr algn="ctr" defTabSz="512338">
                <a:defRPr/>
              </a:pPr>
              <a:endParaRPr lang="fr-FR" sz="672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4B99905D-1822-B7DC-D9F3-BDF4D911ED05}"/>
                </a:ext>
              </a:extLst>
            </p:cNvPr>
            <p:cNvSpPr txBox="1"/>
            <p:nvPr/>
          </p:nvSpPr>
          <p:spPr>
            <a:xfrm>
              <a:off x="2845315" y="1890310"/>
              <a:ext cx="804399" cy="578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fr-FR" sz="90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Mécano</a:t>
              </a:r>
              <a:endParaRPr lang="fr-FR" sz="900">
                <a:solidFill>
                  <a:prstClr val="black"/>
                </a:solidFill>
                <a:latin typeface="Aptos" panose="02110004020202020204"/>
              </a:endParaRPr>
            </a:p>
            <a:p>
              <a:endParaRPr lang="fr-CI" sz="896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BC89CA6D-779C-D88C-117C-94A502DB078A}"/>
              </a:ext>
            </a:extLst>
          </p:cNvPr>
          <p:cNvSpPr>
            <a:spLocks/>
          </p:cNvSpPr>
          <p:nvPr/>
        </p:nvSpPr>
        <p:spPr>
          <a:xfrm>
            <a:off x="1681491" y="1965235"/>
            <a:ext cx="512311" cy="153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CA0FE0-B513-8318-3E93-B0843C5CC533}"/>
              </a:ext>
            </a:extLst>
          </p:cNvPr>
          <p:cNvSpPr>
            <a:spLocks/>
          </p:cNvSpPr>
          <p:nvPr/>
        </p:nvSpPr>
        <p:spPr>
          <a:xfrm>
            <a:off x="2621431" y="1982273"/>
            <a:ext cx="1400599" cy="3717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Intégration dans la plateforme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2BDE92-8E24-25AB-0B90-0604C8E386AE}"/>
              </a:ext>
            </a:extLst>
          </p:cNvPr>
          <p:cNvSpPr>
            <a:spLocks/>
          </p:cNvSpPr>
          <p:nvPr/>
        </p:nvSpPr>
        <p:spPr>
          <a:xfrm>
            <a:off x="1683382" y="2534830"/>
            <a:ext cx="512311" cy="1356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8014746-0BD5-B980-5644-3BA6D3D9C31F}"/>
              </a:ext>
            </a:extLst>
          </p:cNvPr>
          <p:cNvSpPr>
            <a:spLocks/>
          </p:cNvSpPr>
          <p:nvPr/>
        </p:nvSpPr>
        <p:spPr>
          <a:xfrm>
            <a:off x="645245" y="2702401"/>
            <a:ext cx="1615978" cy="39171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Création du mécano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Ajout à la fiche </a:t>
            </a: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8AE582C2-A4C1-3ABB-EC3F-80011CA4B7E2}"/>
              </a:ext>
            </a:extLst>
          </p:cNvPr>
          <p:cNvCxnSpPr>
            <a:cxnSpLocks/>
            <a:stCxn id="58" idx="3"/>
            <a:endCxn id="53" idx="1"/>
          </p:cNvCxnSpPr>
          <p:nvPr/>
        </p:nvCxnSpPr>
        <p:spPr>
          <a:xfrm flipV="1">
            <a:off x="2261223" y="2168149"/>
            <a:ext cx="360208" cy="730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rganigramme : Multidocument 68">
            <a:extLst>
              <a:ext uri="{FF2B5EF4-FFF2-40B4-BE49-F238E27FC236}">
                <a16:creationId xmlns:a16="http://schemas.microsoft.com/office/drawing/2014/main" id="{41373965-E0E9-93F4-82CD-B8862424EE30}"/>
              </a:ext>
            </a:extLst>
          </p:cNvPr>
          <p:cNvSpPr>
            <a:spLocks/>
          </p:cNvSpPr>
          <p:nvPr/>
        </p:nvSpPr>
        <p:spPr>
          <a:xfrm>
            <a:off x="2521538" y="2528304"/>
            <a:ext cx="1470012" cy="576405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recensant les adhérents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AAFC5F6-4E1C-3F30-429D-3F6117FBC25C}"/>
              </a:ext>
            </a:extLst>
          </p:cNvPr>
          <p:cNvSpPr>
            <a:spLocks/>
          </p:cNvSpPr>
          <p:nvPr/>
        </p:nvSpPr>
        <p:spPr>
          <a:xfrm>
            <a:off x="4313671" y="3206306"/>
            <a:ext cx="1868482" cy="4355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Création du fichier de précompte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Calcul des cotisations à prélever 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D8F75483-19E9-99E3-9F0D-D8B8968ADA24}"/>
              </a:ext>
            </a:extLst>
          </p:cNvPr>
          <p:cNvCxnSpPr>
            <a:cxnSpLocks/>
            <a:stCxn id="69" idx="3"/>
            <a:endCxn id="74" idx="1"/>
          </p:cNvCxnSpPr>
          <p:nvPr/>
        </p:nvCxnSpPr>
        <p:spPr>
          <a:xfrm>
            <a:off x="3991550" y="2816507"/>
            <a:ext cx="322121" cy="607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Organigramme : Multidocument 85">
            <a:extLst>
              <a:ext uri="{FF2B5EF4-FFF2-40B4-BE49-F238E27FC236}">
                <a16:creationId xmlns:a16="http://schemas.microsoft.com/office/drawing/2014/main" id="{21B61752-59E2-03DA-17E5-505675F8F79E}"/>
              </a:ext>
            </a:extLst>
          </p:cNvPr>
          <p:cNvSpPr>
            <a:spLocks/>
          </p:cNvSpPr>
          <p:nvPr/>
        </p:nvSpPr>
        <p:spPr>
          <a:xfrm>
            <a:off x="4527034" y="3842197"/>
            <a:ext cx="1488811" cy="370257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aller</a:t>
            </a:r>
          </a:p>
        </p:txBody>
      </p: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59B928A0-47B7-8CEE-C464-6289620644C1}"/>
              </a:ext>
            </a:extLst>
          </p:cNvPr>
          <p:cNvCxnSpPr>
            <a:cxnSpLocks/>
          </p:cNvCxnSpPr>
          <p:nvPr/>
        </p:nvCxnSpPr>
        <p:spPr>
          <a:xfrm>
            <a:off x="5269352" y="3641890"/>
            <a:ext cx="0" cy="20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0BDC98C-5931-4E31-52DA-B1B19B9DB822}"/>
              </a:ext>
            </a:extLst>
          </p:cNvPr>
          <p:cNvSpPr>
            <a:spLocks/>
          </p:cNvSpPr>
          <p:nvPr/>
        </p:nvSpPr>
        <p:spPr>
          <a:xfrm>
            <a:off x="6598286" y="4384676"/>
            <a:ext cx="1409800" cy="2060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Prélèvement</a:t>
            </a:r>
          </a:p>
        </p:txBody>
      </p: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06E7DA4D-EF8D-6FE9-2AAF-3343C936A2C1}"/>
              </a:ext>
            </a:extLst>
          </p:cNvPr>
          <p:cNvCxnSpPr>
            <a:cxnSpLocks/>
            <a:stCxn id="86" idx="3"/>
            <a:endCxn id="89" idx="1"/>
          </p:cNvCxnSpPr>
          <p:nvPr/>
        </p:nvCxnSpPr>
        <p:spPr>
          <a:xfrm>
            <a:off x="6015845" y="4027326"/>
            <a:ext cx="582441" cy="460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Organigramme : Multidocument 93">
            <a:extLst>
              <a:ext uri="{FF2B5EF4-FFF2-40B4-BE49-F238E27FC236}">
                <a16:creationId xmlns:a16="http://schemas.microsoft.com/office/drawing/2014/main" id="{F874FE12-17A7-3C86-1A2E-7B3EE66C218B}"/>
              </a:ext>
            </a:extLst>
          </p:cNvPr>
          <p:cNvSpPr>
            <a:spLocks/>
          </p:cNvSpPr>
          <p:nvPr/>
        </p:nvSpPr>
        <p:spPr>
          <a:xfrm>
            <a:off x="6451394" y="4833529"/>
            <a:ext cx="896200" cy="614192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papier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480864C-6532-5041-7858-5809A74AE2BA}"/>
              </a:ext>
            </a:extLst>
          </p:cNvPr>
          <p:cNvSpPr>
            <a:spLocks/>
          </p:cNvSpPr>
          <p:nvPr/>
        </p:nvSpPr>
        <p:spPr>
          <a:xfrm>
            <a:off x="6428809" y="2017416"/>
            <a:ext cx="1472805" cy="3527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du fichier retour numérique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AB87583-C2CE-2DE4-C40A-E9688950424D}"/>
              </a:ext>
            </a:extLst>
          </p:cNvPr>
          <p:cNvCxnSpPr>
            <a:cxnSpLocks/>
          </p:cNvCxnSpPr>
          <p:nvPr/>
        </p:nvCxnSpPr>
        <p:spPr>
          <a:xfrm>
            <a:off x="3192469" y="2370213"/>
            <a:ext cx="0" cy="160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889EEE7-6F2A-A39C-D042-7FA25FCF9778}"/>
              </a:ext>
            </a:extLst>
          </p:cNvPr>
          <p:cNvCxnSpPr>
            <a:cxnSpLocks/>
          </p:cNvCxnSpPr>
          <p:nvPr/>
        </p:nvCxnSpPr>
        <p:spPr>
          <a:xfrm>
            <a:off x="8428329" y="935824"/>
            <a:ext cx="0" cy="57756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6D5C38E2-2471-C1DE-2AA8-A71CF02601D1}"/>
              </a:ext>
            </a:extLst>
          </p:cNvPr>
          <p:cNvCxnSpPr>
            <a:cxnSpLocks/>
            <a:stCxn id="45" idx="2"/>
            <a:endCxn id="58" idx="0"/>
          </p:cNvCxnSpPr>
          <p:nvPr/>
        </p:nvCxnSpPr>
        <p:spPr>
          <a:xfrm>
            <a:off x="1397315" y="2520175"/>
            <a:ext cx="55919" cy="18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A403166B-30BF-F0E0-49C4-95FBB5DCF1DC}"/>
              </a:ext>
            </a:extLst>
          </p:cNvPr>
          <p:cNvSpPr txBox="1">
            <a:spLocks/>
          </p:cNvSpPr>
          <p:nvPr/>
        </p:nvSpPr>
        <p:spPr>
          <a:xfrm>
            <a:off x="8723868" y="426087"/>
            <a:ext cx="126427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Affectation des fonds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54F5CA64-1D7F-586F-66F3-A1ACCBB627D0}"/>
              </a:ext>
            </a:extLst>
          </p:cNvPr>
          <p:cNvCxnSpPr>
            <a:cxnSpLocks/>
          </p:cNvCxnSpPr>
          <p:nvPr/>
        </p:nvCxnSpPr>
        <p:spPr>
          <a:xfrm>
            <a:off x="10272369" y="999324"/>
            <a:ext cx="0" cy="57756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40F450F4-47B0-33D1-82E3-18DC23551966}"/>
              </a:ext>
            </a:extLst>
          </p:cNvPr>
          <p:cNvSpPr txBox="1">
            <a:spLocks/>
          </p:cNvSpPr>
          <p:nvPr/>
        </p:nvSpPr>
        <p:spPr>
          <a:xfrm>
            <a:off x="10290447" y="423983"/>
            <a:ext cx="149962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des précomptes</a:t>
            </a:r>
          </a:p>
        </p:txBody>
      </p:sp>
      <p:sp>
        <p:nvSpPr>
          <p:cNvPr id="101" name="Organigramme : Multidocument 100">
            <a:extLst>
              <a:ext uri="{FF2B5EF4-FFF2-40B4-BE49-F238E27FC236}">
                <a16:creationId xmlns:a16="http://schemas.microsoft.com/office/drawing/2014/main" id="{F26256D3-5D18-736D-D598-A96AC4FC5D37}"/>
              </a:ext>
            </a:extLst>
          </p:cNvPr>
          <p:cNvSpPr>
            <a:spLocks/>
          </p:cNvSpPr>
          <p:nvPr/>
        </p:nvSpPr>
        <p:spPr>
          <a:xfrm>
            <a:off x="7413888" y="4833530"/>
            <a:ext cx="938850" cy="614191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numérique</a:t>
            </a:r>
          </a:p>
        </p:txBody>
      </p: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3DB9C911-17E6-7846-ECD3-28E5A0FC2923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7303186" y="4590774"/>
            <a:ext cx="0" cy="842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 : en angle 115">
            <a:extLst>
              <a:ext uri="{FF2B5EF4-FFF2-40B4-BE49-F238E27FC236}">
                <a16:creationId xmlns:a16="http://schemas.microsoft.com/office/drawing/2014/main" id="{02965E4E-884E-7615-8B51-65DED4E646D5}"/>
              </a:ext>
            </a:extLst>
          </p:cNvPr>
          <p:cNvCxnSpPr>
            <a:cxnSpLocks/>
          </p:cNvCxnSpPr>
          <p:nvPr/>
        </p:nvCxnSpPr>
        <p:spPr>
          <a:xfrm>
            <a:off x="7311989" y="4668170"/>
            <a:ext cx="460376" cy="1921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necteur : en angle 123">
            <a:extLst>
              <a:ext uri="{FF2B5EF4-FFF2-40B4-BE49-F238E27FC236}">
                <a16:creationId xmlns:a16="http://schemas.microsoft.com/office/drawing/2014/main" id="{CA0B057A-5670-8BE1-996A-DCB1765723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91757" y="4670681"/>
            <a:ext cx="420231" cy="174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Connecteur : en angle 217">
            <a:extLst>
              <a:ext uri="{FF2B5EF4-FFF2-40B4-BE49-F238E27FC236}">
                <a16:creationId xmlns:a16="http://schemas.microsoft.com/office/drawing/2014/main" id="{A6FD8AAD-9034-248A-C3F1-5EC1E7A8FA9C}"/>
              </a:ext>
            </a:extLst>
          </p:cNvPr>
          <p:cNvCxnSpPr>
            <a:cxnSpLocks/>
            <a:endCxn id="96" idx="3"/>
          </p:cNvCxnSpPr>
          <p:nvPr/>
        </p:nvCxnSpPr>
        <p:spPr>
          <a:xfrm rot="16200000" flipV="1">
            <a:off x="6513149" y="3582281"/>
            <a:ext cx="3377835" cy="600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Connecteur droit 230">
            <a:extLst>
              <a:ext uri="{FF2B5EF4-FFF2-40B4-BE49-F238E27FC236}">
                <a16:creationId xmlns:a16="http://schemas.microsoft.com/office/drawing/2014/main" id="{A611F864-8FB2-6C08-85C2-6545C210696C}"/>
              </a:ext>
            </a:extLst>
          </p:cNvPr>
          <p:cNvCxnSpPr>
            <a:cxnSpLocks/>
          </p:cNvCxnSpPr>
          <p:nvPr/>
        </p:nvCxnSpPr>
        <p:spPr>
          <a:xfrm>
            <a:off x="7784150" y="5397654"/>
            <a:ext cx="99163" cy="159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C899AE6F-5752-52EB-4920-36E007359FDA}"/>
              </a:ext>
            </a:extLst>
          </p:cNvPr>
          <p:cNvCxnSpPr>
            <a:cxnSpLocks/>
          </p:cNvCxnSpPr>
          <p:nvPr/>
        </p:nvCxnSpPr>
        <p:spPr>
          <a:xfrm>
            <a:off x="7867262" y="5557454"/>
            <a:ext cx="635257" cy="3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avec flèche 237">
            <a:extLst>
              <a:ext uri="{FF2B5EF4-FFF2-40B4-BE49-F238E27FC236}">
                <a16:creationId xmlns:a16="http://schemas.microsoft.com/office/drawing/2014/main" id="{CD5F3799-F076-1FD7-C1EC-441AE44352DE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 flipH="1">
            <a:off x="1369197" y="1879117"/>
            <a:ext cx="11624" cy="16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5F98FFC-73EB-A73F-84CC-1CDE2A2FC420}"/>
              </a:ext>
            </a:extLst>
          </p:cNvPr>
          <p:cNvSpPr txBox="1">
            <a:spLocks/>
          </p:cNvSpPr>
          <p:nvPr/>
        </p:nvSpPr>
        <p:spPr>
          <a:xfrm rot="16200000">
            <a:off x="-104631" y="5907177"/>
            <a:ext cx="1190182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COMPTABLE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E795A3EF-E28A-D68B-14B7-62044C9A2C9A}"/>
              </a:ext>
            </a:extLst>
          </p:cNvPr>
          <p:cNvSpPr/>
          <p:nvPr/>
        </p:nvSpPr>
        <p:spPr>
          <a:xfrm>
            <a:off x="8519801" y="5576277"/>
            <a:ext cx="1601162" cy="20848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I" sz="1200" b="1"/>
              <a:t>DFC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01F48A-2FDD-9ABA-D226-82F64FA90F51}"/>
              </a:ext>
            </a:extLst>
          </p:cNvPr>
          <p:cNvSpPr/>
          <p:nvPr/>
        </p:nvSpPr>
        <p:spPr>
          <a:xfrm>
            <a:off x="8533002" y="5773746"/>
            <a:ext cx="1601163" cy="273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900" dirty="0">
                <a:latin typeface="Helvetica" panose="020B0604020202020204" pitchFamily="34" charset="0"/>
                <a:cs typeface="Helvetica" panose="020B0604020202020204" pitchFamily="34" charset="0"/>
              </a:rPr>
              <a:t>Affectation des sommes au produits correspondants</a:t>
            </a:r>
          </a:p>
        </p:txBody>
      </p:sp>
      <p:sp>
        <p:nvSpPr>
          <p:cNvPr id="51" name="Organigramme : Multidocument 50">
            <a:extLst>
              <a:ext uri="{FF2B5EF4-FFF2-40B4-BE49-F238E27FC236}">
                <a16:creationId xmlns:a16="http://schemas.microsoft.com/office/drawing/2014/main" id="{E6E0C27A-D8ED-A6DD-A853-4BC363BBE46D}"/>
              </a:ext>
            </a:extLst>
          </p:cNvPr>
          <p:cNvSpPr>
            <a:spLocks/>
          </p:cNvSpPr>
          <p:nvPr/>
        </p:nvSpPr>
        <p:spPr>
          <a:xfrm>
            <a:off x="8607394" y="6301946"/>
            <a:ext cx="1380753" cy="362237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31A694-5582-333D-98D4-B20CDD94E66F}"/>
              </a:ext>
            </a:extLst>
          </p:cNvPr>
          <p:cNvSpPr>
            <a:spLocks/>
          </p:cNvSpPr>
          <p:nvPr/>
        </p:nvSpPr>
        <p:spPr>
          <a:xfrm>
            <a:off x="10373712" y="5893724"/>
            <a:ext cx="1416364" cy="4436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des opérations de prélèvement</a:t>
            </a: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37BF77BF-DA38-06F9-7078-B84FA0274EF8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9333584" y="6046808"/>
            <a:ext cx="0" cy="25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eur : en angle 97">
            <a:extLst>
              <a:ext uri="{FF2B5EF4-FFF2-40B4-BE49-F238E27FC236}">
                <a16:creationId xmlns:a16="http://schemas.microsoft.com/office/drawing/2014/main" id="{6E49FCDE-3255-FDF3-7A6A-ACA8498DFBA4}"/>
              </a:ext>
            </a:extLst>
          </p:cNvPr>
          <p:cNvCxnSpPr>
            <a:stCxn id="51" idx="3"/>
            <a:endCxn id="57" idx="1"/>
          </p:cNvCxnSpPr>
          <p:nvPr/>
        </p:nvCxnSpPr>
        <p:spPr>
          <a:xfrm flipV="1">
            <a:off x="9988147" y="6115542"/>
            <a:ext cx="385565" cy="367523"/>
          </a:xfrm>
          <a:prstGeom prst="bentConnector3">
            <a:avLst>
              <a:gd name="adj1" fmla="val 310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C5A2A7B8-298A-9758-24F7-37680B9278B6}"/>
              </a:ext>
            </a:extLst>
          </p:cNvPr>
          <p:cNvCxnSpPr>
            <a:stCxn id="94" idx="2"/>
            <a:endCxn id="51" idx="1"/>
          </p:cNvCxnSpPr>
          <p:nvPr/>
        </p:nvCxnSpPr>
        <p:spPr>
          <a:xfrm rot="16200000" flipH="1">
            <a:off x="7192982" y="5068653"/>
            <a:ext cx="1058604" cy="17702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Adenka point 1"/>
          <p:cNvSpPr/>
          <p:nvPr/>
        </p:nvSpPr>
        <p:spPr>
          <a:xfrm>
            <a:off x="2162223" y="2603401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240" name="Adenka point 2"/>
          <p:cNvSpPr/>
          <p:nvPr/>
        </p:nvSpPr>
        <p:spPr>
          <a:xfrm>
            <a:off x="6083153" y="3107306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241" name="Adenka point 3"/>
          <p:cNvSpPr/>
          <p:nvPr/>
        </p:nvSpPr>
        <p:spPr>
          <a:xfrm>
            <a:off x="7802614" y="1918416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42" name="Adenka point 4"/>
          <p:cNvSpPr/>
          <p:nvPr/>
        </p:nvSpPr>
        <p:spPr>
          <a:xfrm>
            <a:off x="11691076" y="5794724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528069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7CE6E-C15D-7CD4-B655-B57B4B22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3B28FE7C-C826-A1C9-92B6-C8AFE60016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D570BCB-4979-7823-4E38-BF8795C7134D}"/>
              </a:ext>
            </a:extLst>
          </p:cNvPr>
          <p:cNvSpPr txBox="1">
            <a:spLocks/>
          </p:cNvSpPr>
          <p:nvPr/>
        </p:nvSpPr>
        <p:spPr>
          <a:xfrm>
            <a:off x="1634112" y="83014"/>
            <a:ext cx="9637297" cy="27699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Flow chart du processus de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comptabilisation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du </a:t>
            </a:r>
            <a:r>
              <a:rPr lang="fr-FR" sz="1200" b="1" i="1">
                <a:latin typeface="Helvetica" panose="020B0604020202020204" pitchFamily="34" charset="0"/>
                <a:cs typeface="Helvetica" panose="020B0604020202020204" pitchFamily="34" charset="0"/>
              </a:rPr>
              <a:t>produit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– Assurance automobile (GNA)</a:t>
            </a:r>
            <a:r>
              <a:rPr lang="fr-CI" sz="1200" b="1" i="1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endParaRPr lang="fr-FR" sz="1345">
              <a:solidFill>
                <a:prstClr val="black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8573A-0196-CA6F-1DCE-7968DFD0F5B0}"/>
              </a:ext>
            </a:extLst>
          </p:cNvPr>
          <p:cNvSpPr>
            <a:spLocks/>
          </p:cNvSpPr>
          <p:nvPr/>
        </p:nvSpPr>
        <p:spPr>
          <a:xfrm>
            <a:off x="198252" y="920058"/>
            <a:ext cx="11701697" cy="58549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10B1B-F7CC-BBBC-BA07-F3CC743360FC}"/>
              </a:ext>
            </a:extLst>
          </p:cNvPr>
          <p:cNvSpPr>
            <a:spLocks/>
          </p:cNvSpPr>
          <p:nvPr/>
        </p:nvSpPr>
        <p:spPr>
          <a:xfrm>
            <a:off x="198251" y="4330900"/>
            <a:ext cx="11701687" cy="11901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DF502-B9FC-1FA6-E33F-3736C18AA852}"/>
              </a:ext>
            </a:extLst>
          </p:cNvPr>
          <p:cNvSpPr>
            <a:spLocks/>
          </p:cNvSpPr>
          <p:nvPr/>
        </p:nvSpPr>
        <p:spPr>
          <a:xfrm>
            <a:off x="198246" y="1922505"/>
            <a:ext cx="11701697" cy="12446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10C1E2-750E-2584-CB48-44DAE72F643A}"/>
              </a:ext>
            </a:extLst>
          </p:cNvPr>
          <p:cNvSpPr txBox="1">
            <a:spLocks/>
          </p:cNvSpPr>
          <p:nvPr/>
        </p:nvSpPr>
        <p:spPr>
          <a:xfrm rot="16200000">
            <a:off x="-62686" y="1273410"/>
            <a:ext cx="921625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POLICIER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61BBD3-CA27-E7B4-54FF-9868D53C0AA4}"/>
              </a:ext>
            </a:extLst>
          </p:cNvPr>
          <p:cNvSpPr txBox="1">
            <a:spLocks/>
          </p:cNvSpPr>
          <p:nvPr/>
        </p:nvSpPr>
        <p:spPr>
          <a:xfrm rot="16200000">
            <a:off x="-75535" y="2342400"/>
            <a:ext cx="966469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IT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D90580D-48E2-25E5-8ABA-EEF91ECCEF55}"/>
              </a:ext>
            </a:extLst>
          </p:cNvPr>
          <p:cNvSpPr txBox="1">
            <a:spLocks/>
          </p:cNvSpPr>
          <p:nvPr/>
        </p:nvSpPr>
        <p:spPr>
          <a:xfrm rot="16200000">
            <a:off x="141896" y="4718534"/>
            <a:ext cx="551417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GNA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E3F8B6D-5BF2-CCAC-381C-BE380692F82E}"/>
              </a:ext>
            </a:extLst>
          </p:cNvPr>
          <p:cNvSpPr txBox="1">
            <a:spLocks/>
          </p:cNvSpPr>
          <p:nvPr/>
        </p:nvSpPr>
        <p:spPr>
          <a:xfrm rot="16200000">
            <a:off x="6462" y="3538147"/>
            <a:ext cx="764323" cy="277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TRESOR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D546AE3-5997-37BB-BCAB-320119CE3727}"/>
              </a:ext>
            </a:extLst>
          </p:cNvPr>
          <p:cNvSpPr txBox="1">
            <a:spLocks/>
          </p:cNvSpPr>
          <p:nvPr/>
        </p:nvSpPr>
        <p:spPr>
          <a:xfrm>
            <a:off x="700896" y="426742"/>
            <a:ext cx="133659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CI" sz="1200" b="1">
                <a:latin typeface="Helvetica" panose="020B0604020202020204" pitchFamily="34" charset="0"/>
                <a:cs typeface="Helvetica" panose="020B0604020202020204" pitchFamily="34" charset="0"/>
              </a:rPr>
              <a:t>Souscription au produit</a:t>
            </a:r>
            <a:endParaRPr lang="fr-FR" sz="1200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E9B7DDA-7D3A-1066-B47F-D55A1FF60E56}"/>
              </a:ext>
            </a:extLst>
          </p:cNvPr>
          <p:cNvSpPr txBox="1">
            <a:spLocks/>
          </p:cNvSpPr>
          <p:nvPr/>
        </p:nvSpPr>
        <p:spPr>
          <a:xfrm>
            <a:off x="2336099" y="508660"/>
            <a:ext cx="1768765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Recensement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1EBACB3-3B17-7178-4C2A-70F32DA02B5E}"/>
              </a:ext>
            </a:extLst>
          </p:cNvPr>
          <p:cNvSpPr txBox="1">
            <a:spLocks/>
          </p:cNvSpPr>
          <p:nvPr/>
        </p:nvSpPr>
        <p:spPr>
          <a:xfrm>
            <a:off x="4311869" y="423983"/>
            <a:ext cx="187513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Transmission du fichier aller à la solde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09A80D4-FD7C-B053-D6B4-2DA5BF2415E5}"/>
              </a:ext>
            </a:extLst>
          </p:cNvPr>
          <p:cNvSpPr txBox="1">
            <a:spLocks/>
          </p:cNvSpPr>
          <p:nvPr/>
        </p:nvSpPr>
        <p:spPr>
          <a:xfrm>
            <a:off x="6501468" y="426740"/>
            <a:ext cx="162360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des fonds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C65BEBF2-AA19-AE4F-9475-B5E5D70F6DFD}"/>
              </a:ext>
            </a:extLst>
          </p:cNvPr>
          <p:cNvCxnSpPr>
            <a:cxnSpLocks/>
          </p:cNvCxnSpPr>
          <p:nvPr/>
        </p:nvCxnSpPr>
        <p:spPr>
          <a:xfrm>
            <a:off x="4201069" y="906736"/>
            <a:ext cx="0" cy="58338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EF357BE7-B9F0-4DDE-C2E5-37BE027AF8E1}"/>
              </a:ext>
            </a:extLst>
          </p:cNvPr>
          <p:cNvCxnSpPr>
            <a:cxnSpLocks/>
          </p:cNvCxnSpPr>
          <p:nvPr/>
        </p:nvCxnSpPr>
        <p:spPr>
          <a:xfrm>
            <a:off x="2359345" y="977067"/>
            <a:ext cx="0" cy="57635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78810A85-BC83-CED7-A71E-573F565C2BD8}"/>
              </a:ext>
            </a:extLst>
          </p:cNvPr>
          <p:cNvCxnSpPr>
            <a:cxnSpLocks/>
          </p:cNvCxnSpPr>
          <p:nvPr/>
        </p:nvCxnSpPr>
        <p:spPr>
          <a:xfrm>
            <a:off x="6312530" y="935824"/>
            <a:ext cx="16211" cy="58122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F58C42D-5BDE-38B8-9A3E-A8E1919125EF}"/>
              </a:ext>
            </a:extLst>
          </p:cNvPr>
          <p:cNvSpPr>
            <a:spLocks/>
          </p:cNvSpPr>
          <p:nvPr/>
        </p:nvSpPr>
        <p:spPr>
          <a:xfrm>
            <a:off x="885654" y="926742"/>
            <a:ext cx="1278441" cy="3787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Envoi des documents pour adhésion </a:t>
            </a: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 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7FEBDED9-2662-A45A-B208-5C324780DB64}"/>
              </a:ext>
            </a:extLst>
          </p:cNvPr>
          <p:cNvCxnSpPr>
            <a:cxnSpLocks/>
            <a:stCxn id="44" idx="3"/>
            <a:endCxn id="53" idx="1"/>
          </p:cNvCxnSpPr>
          <p:nvPr/>
        </p:nvCxnSpPr>
        <p:spPr>
          <a:xfrm flipV="1">
            <a:off x="1790894" y="2192550"/>
            <a:ext cx="686889" cy="648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840FB441-9343-2457-8E68-C100574D231E}"/>
              </a:ext>
            </a:extLst>
          </p:cNvPr>
          <p:cNvCxnSpPr>
            <a:cxnSpLocks/>
            <a:stCxn id="35" idx="2"/>
            <a:endCxn id="41" idx="0"/>
          </p:cNvCxnSpPr>
          <p:nvPr/>
        </p:nvCxnSpPr>
        <p:spPr>
          <a:xfrm>
            <a:off x="1524875" y="1305451"/>
            <a:ext cx="55713" cy="129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rganigramme : Multidocument 40">
            <a:extLst>
              <a:ext uri="{FF2B5EF4-FFF2-40B4-BE49-F238E27FC236}">
                <a16:creationId xmlns:a16="http://schemas.microsoft.com/office/drawing/2014/main" id="{3C43A143-1987-4528-F08F-2B4333F55DD0}"/>
              </a:ext>
            </a:extLst>
          </p:cNvPr>
          <p:cNvSpPr>
            <a:spLocks/>
          </p:cNvSpPr>
          <p:nvPr/>
        </p:nvSpPr>
        <p:spPr>
          <a:xfrm>
            <a:off x="932556" y="1435298"/>
            <a:ext cx="1139304" cy="463395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Fiche d’adhésion</a:t>
            </a:r>
            <a:endParaRPr lang="fr-FR" sz="90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9F687762-3399-EA23-08AE-FB3E2E6A8E1A}"/>
              </a:ext>
            </a:extLst>
          </p:cNvPr>
          <p:cNvGrpSpPr/>
          <p:nvPr/>
        </p:nvGrpSpPr>
        <p:grpSpPr>
          <a:xfrm>
            <a:off x="589069" y="2605414"/>
            <a:ext cx="1201825" cy="471582"/>
            <a:chOff x="2745810" y="1727324"/>
            <a:chExt cx="955558" cy="694451"/>
          </a:xfrm>
        </p:grpSpPr>
        <p:sp>
          <p:nvSpPr>
            <p:cNvPr id="44" name="Organigramme : Décision 43">
              <a:extLst>
                <a:ext uri="{FF2B5EF4-FFF2-40B4-BE49-F238E27FC236}">
                  <a16:creationId xmlns:a16="http://schemas.microsoft.com/office/drawing/2014/main" id="{663605DB-F921-95E0-88E1-352AB6873B42}"/>
                </a:ext>
              </a:extLst>
            </p:cNvPr>
            <p:cNvSpPr>
              <a:spLocks/>
            </p:cNvSpPr>
            <p:nvPr/>
          </p:nvSpPr>
          <p:spPr>
            <a:xfrm>
              <a:off x="2745810" y="1727324"/>
              <a:ext cx="955558" cy="694451"/>
            </a:xfrm>
            <a:prstGeom prst="flowChartDecisio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2470" tIns="51235" rIns="102470" bIns="51235" rtlCol="0" anchor="ctr"/>
            <a:lstStyle/>
            <a:p>
              <a:pPr algn="ctr" defTabSz="512338">
                <a:defRPr/>
              </a:pPr>
              <a:endParaRPr lang="fr-FR" sz="672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F7CC404F-801A-6800-D338-3388AE15E0D2}"/>
                </a:ext>
              </a:extLst>
            </p:cNvPr>
            <p:cNvSpPr txBox="1"/>
            <p:nvPr/>
          </p:nvSpPr>
          <p:spPr>
            <a:xfrm>
              <a:off x="2845315" y="1800038"/>
              <a:ext cx="742600" cy="5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fr-FR" sz="90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Accord?</a:t>
              </a:r>
            </a:p>
            <a:p>
              <a:pPr lvl="0" algn="ctr">
                <a:defRPr/>
              </a:pPr>
              <a:r>
                <a:rPr lang="fr-FR" sz="90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Non = Fin</a:t>
              </a: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CE445E0B-0F7A-E47B-B4EC-032422819155}"/>
              </a:ext>
            </a:extLst>
          </p:cNvPr>
          <p:cNvSpPr>
            <a:spLocks/>
          </p:cNvSpPr>
          <p:nvPr/>
        </p:nvSpPr>
        <p:spPr>
          <a:xfrm>
            <a:off x="1464767" y="2545314"/>
            <a:ext cx="512311" cy="153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00881B-B4E6-F309-EDBD-5E4FB9D3FAC4}"/>
              </a:ext>
            </a:extLst>
          </p:cNvPr>
          <p:cNvSpPr>
            <a:spLocks/>
          </p:cNvSpPr>
          <p:nvPr/>
        </p:nvSpPr>
        <p:spPr>
          <a:xfrm>
            <a:off x="2477783" y="1921869"/>
            <a:ext cx="1743673" cy="5413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Enregistrement sur la plateforme du GNA et extraction, liste bénéficiaire</a:t>
            </a: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4CB9596E-802D-E094-E73D-F348B2CFDE5C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2286623" y="2192550"/>
            <a:ext cx="191160" cy="814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rganigramme : Multidocument 68">
            <a:extLst>
              <a:ext uri="{FF2B5EF4-FFF2-40B4-BE49-F238E27FC236}">
                <a16:creationId xmlns:a16="http://schemas.microsoft.com/office/drawing/2014/main" id="{12B71E62-A156-D70C-D731-3436EB2ADBBE}"/>
              </a:ext>
            </a:extLst>
          </p:cNvPr>
          <p:cNvSpPr>
            <a:spLocks/>
          </p:cNvSpPr>
          <p:nvPr/>
        </p:nvSpPr>
        <p:spPr>
          <a:xfrm>
            <a:off x="2742254" y="2719588"/>
            <a:ext cx="1108685" cy="448181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aller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F08C420-DA2D-99EE-F835-3679C806719E}"/>
              </a:ext>
            </a:extLst>
          </p:cNvPr>
          <p:cNvSpPr>
            <a:spLocks/>
          </p:cNvSpPr>
          <p:nvPr/>
        </p:nvSpPr>
        <p:spPr>
          <a:xfrm>
            <a:off x="4342575" y="2278824"/>
            <a:ext cx="1741041" cy="3559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Transmission du fichier aller à la solde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437328E-D09B-23C9-CB27-3F954F5DF63C}"/>
              </a:ext>
            </a:extLst>
          </p:cNvPr>
          <p:cNvCxnSpPr>
            <a:cxnSpLocks/>
            <a:stCxn id="69" idx="3"/>
            <a:endCxn id="74" idx="1"/>
          </p:cNvCxnSpPr>
          <p:nvPr/>
        </p:nvCxnSpPr>
        <p:spPr>
          <a:xfrm flipV="1">
            <a:off x="3850939" y="2456822"/>
            <a:ext cx="491636" cy="486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Organigramme : Multidocument 85">
            <a:extLst>
              <a:ext uri="{FF2B5EF4-FFF2-40B4-BE49-F238E27FC236}">
                <a16:creationId xmlns:a16="http://schemas.microsoft.com/office/drawing/2014/main" id="{35D2E024-3400-93D1-D364-D3A5F9D297C7}"/>
              </a:ext>
            </a:extLst>
          </p:cNvPr>
          <p:cNvSpPr>
            <a:spLocks/>
          </p:cNvSpPr>
          <p:nvPr/>
        </p:nvSpPr>
        <p:spPr>
          <a:xfrm>
            <a:off x="6501469" y="3952556"/>
            <a:ext cx="1488894" cy="378344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</a:t>
            </a:r>
          </a:p>
        </p:txBody>
      </p: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C450E092-CAA8-B866-49BE-83C7BBD51B04}"/>
              </a:ext>
            </a:extLst>
          </p:cNvPr>
          <p:cNvCxnSpPr>
            <a:cxnSpLocks/>
            <a:stCxn id="74" idx="2"/>
            <a:endCxn id="51" idx="0"/>
          </p:cNvCxnSpPr>
          <p:nvPr/>
        </p:nvCxnSpPr>
        <p:spPr>
          <a:xfrm>
            <a:off x="5213096" y="2634820"/>
            <a:ext cx="2078927" cy="58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5F3EF72-A913-B15F-3A3D-09ECD8588E63}"/>
              </a:ext>
            </a:extLst>
          </p:cNvPr>
          <p:cNvSpPr>
            <a:spLocks/>
          </p:cNvSpPr>
          <p:nvPr/>
        </p:nvSpPr>
        <p:spPr>
          <a:xfrm>
            <a:off x="6688319" y="1965563"/>
            <a:ext cx="1281657" cy="2797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du fichier retour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9AD492AF-6DEB-8110-E4B5-409E84FE9678}"/>
              </a:ext>
            </a:extLst>
          </p:cNvPr>
          <p:cNvCxnSpPr>
            <a:cxnSpLocks/>
          </p:cNvCxnSpPr>
          <p:nvPr/>
        </p:nvCxnSpPr>
        <p:spPr>
          <a:xfrm>
            <a:off x="3276549" y="2485823"/>
            <a:ext cx="0" cy="160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E0FE8AF-AA39-D409-2A96-B35D8F9974A5}"/>
              </a:ext>
            </a:extLst>
          </p:cNvPr>
          <p:cNvCxnSpPr>
            <a:cxnSpLocks/>
          </p:cNvCxnSpPr>
          <p:nvPr/>
        </p:nvCxnSpPr>
        <p:spPr>
          <a:xfrm>
            <a:off x="8349941" y="935824"/>
            <a:ext cx="0" cy="57756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DEA46C07-6EE7-8117-1E09-3E9E14769C4D}"/>
              </a:ext>
            </a:extLst>
          </p:cNvPr>
          <p:cNvSpPr txBox="1">
            <a:spLocks/>
          </p:cNvSpPr>
          <p:nvPr/>
        </p:nvSpPr>
        <p:spPr>
          <a:xfrm>
            <a:off x="8526744" y="432031"/>
            <a:ext cx="16472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Remboursement pour trop perçu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51B4E675-947D-91AD-2512-57C50C74F8A6}"/>
              </a:ext>
            </a:extLst>
          </p:cNvPr>
          <p:cNvCxnSpPr>
            <a:cxnSpLocks/>
          </p:cNvCxnSpPr>
          <p:nvPr/>
        </p:nvCxnSpPr>
        <p:spPr>
          <a:xfrm>
            <a:off x="10272369" y="999324"/>
            <a:ext cx="0" cy="57756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F6CEC93-5C5F-37C7-8FE8-BF256DF964DA}"/>
              </a:ext>
            </a:extLst>
          </p:cNvPr>
          <p:cNvSpPr txBox="1">
            <a:spLocks/>
          </p:cNvSpPr>
          <p:nvPr/>
        </p:nvSpPr>
        <p:spPr>
          <a:xfrm>
            <a:off x="10290447" y="423983"/>
            <a:ext cx="149962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du pourcentage</a:t>
            </a:r>
          </a:p>
        </p:txBody>
      </p:sp>
      <p:cxnSp>
        <p:nvCxnSpPr>
          <p:cNvPr id="238" name="Connecteur droit avec flèche 237">
            <a:extLst>
              <a:ext uri="{FF2B5EF4-FFF2-40B4-BE49-F238E27FC236}">
                <a16:creationId xmlns:a16="http://schemas.microsoft.com/office/drawing/2014/main" id="{8DE654C7-F4F9-11A5-84C4-D27D6BBBE3B7}"/>
              </a:ext>
            </a:extLst>
          </p:cNvPr>
          <p:cNvCxnSpPr>
            <a:cxnSpLocks/>
            <a:stCxn id="6" idx="2"/>
            <a:endCxn id="44" idx="0"/>
          </p:cNvCxnSpPr>
          <p:nvPr/>
        </p:nvCxnSpPr>
        <p:spPr>
          <a:xfrm flipH="1">
            <a:off x="1189982" y="2481694"/>
            <a:ext cx="269847" cy="123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7E9660E-8981-331C-32F2-6CB5A7F0EDE2}"/>
              </a:ext>
            </a:extLst>
          </p:cNvPr>
          <p:cNvSpPr txBox="1">
            <a:spLocks/>
          </p:cNvSpPr>
          <p:nvPr/>
        </p:nvSpPr>
        <p:spPr>
          <a:xfrm rot="16200000">
            <a:off x="-125027" y="5914651"/>
            <a:ext cx="1190182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COMPTABLE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EF657A2-6838-58C3-D29C-A77277467F0D}"/>
              </a:ext>
            </a:extLst>
          </p:cNvPr>
          <p:cNvSpPr>
            <a:spLocks/>
          </p:cNvSpPr>
          <p:nvPr/>
        </p:nvSpPr>
        <p:spPr>
          <a:xfrm>
            <a:off x="10373712" y="5893724"/>
            <a:ext cx="1416364" cy="4436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du pourcentage encaissé (20%) – Accès au </a:t>
            </a:r>
            <a:r>
              <a:rPr lang="fr-FR" sz="900" err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share</a:t>
            </a:r>
            <a:endParaRPr lang="fr-FR" sz="90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5A508-094C-A27D-F28B-9106DA9ED618}"/>
              </a:ext>
            </a:extLst>
          </p:cNvPr>
          <p:cNvSpPr>
            <a:spLocks/>
          </p:cNvSpPr>
          <p:nvPr/>
        </p:nvSpPr>
        <p:spPr>
          <a:xfrm>
            <a:off x="647096" y="2040029"/>
            <a:ext cx="1625465" cy="44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Calcul des cotations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Présentation au policier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E427200-F6C1-A693-D548-45488CB657D9}"/>
              </a:ext>
            </a:extLst>
          </p:cNvPr>
          <p:cNvCxnSpPr>
            <a:cxnSpLocks/>
            <a:stCxn id="41" idx="2"/>
            <a:endCxn id="6" idx="0"/>
          </p:cNvCxnSpPr>
          <p:nvPr/>
        </p:nvCxnSpPr>
        <p:spPr>
          <a:xfrm>
            <a:off x="1422984" y="1881144"/>
            <a:ext cx="36845" cy="158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71B4E7FD-4A07-8EF5-A5FD-3C7F3FC027E9}"/>
              </a:ext>
            </a:extLst>
          </p:cNvPr>
          <p:cNvSpPr>
            <a:spLocks/>
          </p:cNvSpPr>
          <p:nvPr/>
        </p:nvSpPr>
        <p:spPr>
          <a:xfrm>
            <a:off x="6439327" y="3219467"/>
            <a:ext cx="1705392" cy="5970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Collecte des fonds: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1- paiement en direct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2- précompte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3- paiement par le FPPN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6809579A-C142-E103-EC75-0F7DD8DFEB50}"/>
              </a:ext>
            </a:extLst>
          </p:cNvPr>
          <p:cNvCxnSpPr>
            <a:cxnSpLocks/>
          </p:cNvCxnSpPr>
          <p:nvPr/>
        </p:nvCxnSpPr>
        <p:spPr>
          <a:xfrm flipH="1">
            <a:off x="7227884" y="3805350"/>
            <a:ext cx="223857" cy="182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CBE816-893D-1A06-666F-67FD007A7B9B}"/>
              </a:ext>
            </a:extLst>
          </p:cNvPr>
          <p:cNvSpPr>
            <a:spLocks/>
          </p:cNvSpPr>
          <p:nvPr/>
        </p:nvSpPr>
        <p:spPr>
          <a:xfrm>
            <a:off x="6753379" y="2553117"/>
            <a:ext cx="1330221" cy="4267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Dépôt du fichier retour sur la plateforme du GNA</a:t>
            </a:r>
          </a:p>
        </p:txBody>
      </p: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1DA68A80-7E05-0981-77EF-27563CDD8602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7302096" y="2245275"/>
            <a:ext cx="116394" cy="307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1A59F9D-6EDD-C17F-3B1D-B9EFEAC11786}"/>
              </a:ext>
            </a:extLst>
          </p:cNvPr>
          <p:cNvSpPr>
            <a:spLocks/>
          </p:cNvSpPr>
          <p:nvPr/>
        </p:nvSpPr>
        <p:spPr>
          <a:xfrm>
            <a:off x="8681148" y="4502942"/>
            <a:ext cx="1281657" cy="2797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demande de remboursement</a:t>
            </a:r>
          </a:p>
        </p:txBody>
      </p:sp>
      <p:cxnSp>
        <p:nvCxnSpPr>
          <p:cNvPr id="207" name="Connecteur : en angle 206">
            <a:extLst>
              <a:ext uri="{FF2B5EF4-FFF2-40B4-BE49-F238E27FC236}">
                <a16:creationId xmlns:a16="http://schemas.microsoft.com/office/drawing/2014/main" id="{D86B0904-384D-B1D8-9CD3-C7C26ED03FF5}"/>
              </a:ext>
            </a:extLst>
          </p:cNvPr>
          <p:cNvCxnSpPr>
            <a:cxnSpLocks/>
            <a:stCxn id="86" idx="3"/>
          </p:cNvCxnSpPr>
          <p:nvPr/>
        </p:nvCxnSpPr>
        <p:spPr>
          <a:xfrm flipV="1">
            <a:off x="7990363" y="2040029"/>
            <a:ext cx="536381" cy="210169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Connecteur droit avec flèche 208">
            <a:extLst>
              <a:ext uri="{FF2B5EF4-FFF2-40B4-BE49-F238E27FC236}">
                <a16:creationId xmlns:a16="http://schemas.microsoft.com/office/drawing/2014/main" id="{F59A0AF1-A060-23D5-8B6E-7F36ED127623}"/>
              </a:ext>
            </a:extLst>
          </p:cNvPr>
          <p:cNvCxnSpPr/>
          <p:nvPr/>
        </p:nvCxnSpPr>
        <p:spPr>
          <a:xfrm flipH="1">
            <a:off x="7990363" y="2040029"/>
            <a:ext cx="536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0B9136D9-B184-8A3F-4ED9-FF1A081DDE16}"/>
              </a:ext>
            </a:extLst>
          </p:cNvPr>
          <p:cNvSpPr>
            <a:spLocks/>
          </p:cNvSpPr>
          <p:nvPr/>
        </p:nvSpPr>
        <p:spPr>
          <a:xfrm>
            <a:off x="8645892" y="1272859"/>
            <a:ext cx="1479053" cy="28369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Demande de trop perçu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56F8DD44-9E97-5283-9339-5C7060A5590E}"/>
              </a:ext>
            </a:extLst>
          </p:cNvPr>
          <p:cNvSpPr>
            <a:spLocks/>
          </p:cNvSpPr>
          <p:nvPr/>
        </p:nvSpPr>
        <p:spPr>
          <a:xfrm>
            <a:off x="8576381" y="2542517"/>
            <a:ext cx="1429646" cy="2878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de la demande de trop perçu </a:t>
            </a:r>
          </a:p>
        </p:txBody>
      </p:sp>
      <p:cxnSp>
        <p:nvCxnSpPr>
          <p:cNvPr id="215" name="Connecteur droit avec flèche 214">
            <a:extLst>
              <a:ext uri="{FF2B5EF4-FFF2-40B4-BE49-F238E27FC236}">
                <a16:creationId xmlns:a16="http://schemas.microsoft.com/office/drawing/2014/main" id="{45132455-B8D0-5881-C2F2-D852752FA7C3}"/>
              </a:ext>
            </a:extLst>
          </p:cNvPr>
          <p:cNvCxnSpPr>
            <a:cxnSpLocks/>
            <a:stCxn id="14" idx="2"/>
            <a:endCxn id="213" idx="0"/>
          </p:cNvCxnSpPr>
          <p:nvPr/>
        </p:nvCxnSpPr>
        <p:spPr>
          <a:xfrm>
            <a:off x="9281487" y="2205099"/>
            <a:ext cx="9717" cy="337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11030E1-42D1-73F2-A248-3B05EE77FE49}"/>
              </a:ext>
            </a:extLst>
          </p:cNvPr>
          <p:cNvSpPr>
            <a:spLocks/>
          </p:cNvSpPr>
          <p:nvPr/>
        </p:nvSpPr>
        <p:spPr>
          <a:xfrm>
            <a:off x="8625705" y="3201543"/>
            <a:ext cx="1429646" cy="2878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Demande de remboursements</a:t>
            </a:r>
          </a:p>
        </p:txBody>
      </p:sp>
      <p:cxnSp>
        <p:nvCxnSpPr>
          <p:cNvPr id="225" name="Connecteur droit avec flèche 224">
            <a:extLst>
              <a:ext uri="{FF2B5EF4-FFF2-40B4-BE49-F238E27FC236}">
                <a16:creationId xmlns:a16="http://schemas.microsoft.com/office/drawing/2014/main" id="{A124BCDC-D951-63A4-D867-5E3A051AF79C}"/>
              </a:ext>
            </a:extLst>
          </p:cNvPr>
          <p:cNvCxnSpPr>
            <a:stCxn id="213" idx="2"/>
            <a:endCxn id="223" idx="0"/>
          </p:cNvCxnSpPr>
          <p:nvPr/>
        </p:nvCxnSpPr>
        <p:spPr>
          <a:xfrm>
            <a:off x="9291204" y="2830357"/>
            <a:ext cx="49324" cy="37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Connecteur droit avec flèche 226">
            <a:extLst>
              <a:ext uri="{FF2B5EF4-FFF2-40B4-BE49-F238E27FC236}">
                <a16:creationId xmlns:a16="http://schemas.microsoft.com/office/drawing/2014/main" id="{BB7CF889-C632-F4B6-5570-7FC3190EFF93}"/>
              </a:ext>
            </a:extLst>
          </p:cNvPr>
          <p:cNvCxnSpPr>
            <a:cxnSpLocks/>
            <a:stCxn id="223" idx="2"/>
            <a:endCxn id="121" idx="0"/>
          </p:cNvCxnSpPr>
          <p:nvPr/>
        </p:nvCxnSpPr>
        <p:spPr>
          <a:xfrm flipH="1">
            <a:off x="9321977" y="3489383"/>
            <a:ext cx="18551" cy="1013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Rectangle 232">
            <a:extLst>
              <a:ext uri="{FF2B5EF4-FFF2-40B4-BE49-F238E27FC236}">
                <a16:creationId xmlns:a16="http://schemas.microsoft.com/office/drawing/2014/main" id="{E32C977F-F2D1-09E8-F052-14BEEBAE68FF}"/>
              </a:ext>
            </a:extLst>
          </p:cNvPr>
          <p:cNvSpPr>
            <a:spLocks/>
          </p:cNvSpPr>
          <p:nvPr/>
        </p:nvSpPr>
        <p:spPr>
          <a:xfrm>
            <a:off x="8576381" y="994738"/>
            <a:ext cx="1385020" cy="2025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Remboursement</a:t>
            </a:r>
          </a:p>
        </p:txBody>
      </p:sp>
      <p:cxnSp>
        <p:nvCxnSpPr>
          <p:cNvPr id="235" name="Connecteur : en angle 234">
            <a:extLst>
              <a:ext uri="{FF2B5EF4-FFF2-40B4-BE49-F238E27FC236}">
                <a16:creationId xmlns:a16="http://schemas.microsoft.com/office/drawing/2014/main" id="{5A03953B-6F79-8489-6F56-7143E97CA9F7}"/>
              </a:ext>
            </a:extLst>
          </p:cNvPr>
          <p:cNvCxnSpPr>
            <a:cxnSpLocks/>
            <a:stCxn id="121" idx="3"/>
            <a:endCxn id="233" idx="3"/>
          </p:cNvCxnSpPr>
          <p:nvPr/>
        </p:nvCxnSpPr>
        <p:spPr>
          <a:xfrm flipH="1" flipV="1">
            <a:off x="9961401" y="1096037"/>
            <a:ext cx="1404" cy="3546761"/>
          </a:xfrm>
          <a:prstGeom prst="bentConnector3">
            <a:avLst>
              <a:gd name="adj1" fmla="val -162820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87EB5D14-A555-22B7-FFA5-23543362DB83}"/>
              </a:ext>
            </a:extLst>
          </p:cNvPr>
          <p:cNvSpPr/>
          <p:nvPr/>
        </p:nvSpPr>
        <p:spPr>
          <a:xfrm>
            <a:off x="10972357" y="6489591"/>
            <a:ext cx="265153" cy="168653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14" name="Organigramme : Multidocument 13">
            <a:extLst>
              <a:ext uri="{FF2B5EF4-FFF2-40B4-BE49-F238E27FC236}">
                <a16:creationId xmlns:a16="http://schemas.microsoft.com/office/drawing/2014/main" id="{CC0953DB-EE0D-839D-06A1-DC31A57BD213}"/>
              </a:ext>
            </a:extLst>
          </p:cNvPr>
          <p:cNvSpPr>
            <a:spLocks/>
          </p:cNvSpPr>
          <p:nvPr/>
        </p:nvSpPr>
        <p:spPr>
          <a:xfrm>
            <a:off x="8616283" y="1740723"/>
            <a:ext cx="1545322" cy="482654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Courrier de demande de trop perçu</a:t>
            </a: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1B509FD-02B1-7BCA-8DB7-0BECC6E38F49}"/>
              </a:ext>
            </a:extLst>
          </p:cNvPr>
          <p:cNvCxnSpPr>
            <a:cxnSpLocks/>
            <a:stCxn id="211" idx="2"/>
            <a:endCxn id="14" idx="0"/>
          </p:cNvCxnSpPr>
          <p:nvPr/>
        </p:nvCxnSpPr>
        <p:spPr>
          <a:xfrm>
            <a:off x="9385419" y="1556552"/>
            <a:ext cx="109837" cy="184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C6C906D-37CD-01F6-5BD8-5E853BDFF87D}"/>
              </a:ext>
            </a:extLst>
          </p:cNvPr>
          <p:cNvSpPr>
            <a:spLocks/>
          </p:cNvSpPr>
          <p:nvPr/>
        </p:nvSpPr>
        <p:spPr>
          <a:xfrm>
            <a:off x="10419794" y="4541218"/>
            <a:ext cx="1370281" cy="31196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Virement du pourcentage </a:t>
            </a:r>
          </a:p>
        </p:txBody>
      </p: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000D343A-5531-BF98-26CB-4CF5289094D3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11081894" y="4831931"/>
            <a:ext cx="4275" cy="1061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Adenka point 1"/>
          <p:cNvSpPr/>
          <p:nvPr/>
        </p:nvSpPr>
        <p:spPr>
          <a:xfrm>
            <a:off x="2173561" y="1941029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240" name="Adenka point 2"/>
          <p:cNvSpPr/>
          <p:nvPr/>
        </p:nvSpPr>
        <p:spPr>
          <a:xfrm>
            <a:off x="7891363" y="3853556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241" name="Adenka point 3"/>
          <p:cNvSpPr/>
          <p:nvPr/>
        </p:nvSpPr>
        <p:spPr>
          <a:xfrm>
            <a:off x="11691076" y="5794724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03155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C25C-A36B-DABA-7004-D60DC76E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63">
            <a:extLst>
              <a:ext uri="{FF2B5EF4-FFF2-40B4-BE49-F238E27FC236}">
                <a16:creationId xmlns:a16="http://schemas.microsoft.com/office/drawing/2014/main" id="{1592EF6B-4DDC-D7D6-A6FA-4D11BB2397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8ACC02B-ED7E-619E-FBB9-AE3A61E2AFB7}"/>
              </a:ext>
            </a:extLst>
          </p:cNvPr>
          <p:cNvSpPr txBox="1">
            <a:spLocks/>
          </p:cNvSpPr>
          <p:nvPr/>
        </p:nvSpPr>
        <p:spPr>
          <a:xfrm>
            <a:off x="1634112" y="83014"/>
            <a:ext cx="9637297" cy="27699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Flow chart du processus de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comptabilisation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du </a:t>
            </a:r>
            <a:r>
              <a:rPr lang="fr-FR" sz="1200" b="1" i="1">
                <a:latin typeface="Helvetica" panose="020B0604020202020204" pitchFamily="34" charset="0"/>
                <a:cs typeface="Helvetica" panose="020B0604020202020204" pitchFamily="34" charset="0"/>
              </a:rPr>
              <a:t>produit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– Pension de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retraîte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(CGRAE) </a:t>
            </a:r>
            <a:endParaRPr lang="fr-FR" sz="1345">
              <a:solidFill>
                <a:prstClr val="black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13EA9-3F62-1704-216B-F343624E7BD6}"/>
              </a:ext>
            </a:extLst>
          </p:cNvPr>
          <p:cNvSpPr>
            <a:spLocks/>
          </p:cNvSpPr>
          <p:nvPr/>
        </p:nvSpPr>
        <p:spPr>
          <a:xfrm>
            <a:off x="198252" y="920058"/>
            <a:ext cx="11701698" cy="46010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0CC44-2873-FE15-44E3-3FA8F13C1DCC}"/>
              </a:ext>
            </a:extLst>
          </p:cNvPr>
          <p:cNvSpPr>
            <a:spLocks/>
          </p:cNvSpPr>
          <p:nvPr/>
        </p:nvSpPr>
        <p:spPr>
          <a:xfrm>
            <a:off x="198251" y="4330900"/>
            <a:ext cx="11701687" cy="11901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7F6EC-C808-4C70-9725-316B1D41E015}"/>
              </a:ext>
            </a:extLst>
          </p:cNvPr>
          <p:cNvSpPr>
            <a:spLocks/>
          </p:cNvSpPr>
          <p:nvPr/>
        </p:nvSpPr>
        <p:spPr>
          <a:xfrm>
            <a:off x="198252" y="1922505"/>
            <a:ext cx="11701691" cy="12286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E7ACCFF-9B97-E930-DA42-971E841BF40C}"/>
              </a:ext>
            </a:extLst>
          </p:cNvPr>
          <p:cNvSpPr txBox="1">
            <a:spLocks/>
          </p:cNvSpPr>
          <p:nvPr/>
        </p:nvSpPr>
        <p:spPr>
          <a:xfrm rot="16200000">
            <a:off x="-62686" y="1273410"/>
            <a:ext cx="921625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POLICIER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4DF7887-1534-84C1-9057-83064A65B03A}"/>
              </a:ext>
            </a:extLst>
          </p:cNvPr>
          <p:cNvSpPr txBox="1">
            <a:spLocks/>
          </p:cNvSpPr>
          <p:nvPr/>
        </p:nvSpPr>
        <p:spPr>
          <a:xfrm rot="16200000">
            <a:off x="-112098" y="2312820"/>
            <a:ext cx="966469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IT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A7FCB33-7395-1EE7-2DF0-C30AF2A4491B}"/>
              </a:ext>
            </a:extLst>
          </p:cNvPr>
          <p:cNvSpPr txBox="1">
            <a:spLocks/>
          </p:cNvSpPr>
          <p:nvPr/>
        </p:nvSpPr>
        <p:spPr>
          <a:xfrm rot="16200000">
            <a:off x="-24711" y="3565022"/>
            <a:ext cx="821647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CGRAE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8891CB-59DB-E125-5D2A-7DF6AA4ABC6D}"/>
              </a:ext>
            </a:extLst>
          </p:cNvPr>
          <p:cNvSpPr txBox="1">
            <a:spLocks/>
          </p:cNvSpPr>
          <p:nvPr/>
        </p:nvSpPr>
        <p:spPr>
          <a:xfrm rot="16200000">
            <a:off x="-53499" y="4682841"/>
            <a:ext cx="1055671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COMPTABLE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38EB7F3-6516-5D0E-FA60-BEA5FB373FEA}"/>
              </a:ext>
            </a:extLst>
          </p:cNvPr>
          <p:cNvSpPr txBox="1">
            <a:spLocks/>
          </p:cNvSpPr>
          <p:nvPr/>
        </p:nvSpPr>
        <p:spPr>
          <a:xfrm>
            <a:off x="700896" y="426742"/>
            <a:ext cx="133659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CI" sz="1200" b="1">
                <a:latin typeface="Helvetica" panose="020B0604020202020204" pitchFamily="34" charset="0"/>
                <a:cs typeface="Helvetica" panose="020B0604020202020204" pitchFamily="34" charset="0"/>
              </a:rPr>
              <a:t>Souscription au produit</a:t>
            </a:r>
            <a:endParaRPr lang="fr-FR" sz="1200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3BD51E1-EA0B-BFFE-62C3-608692E00D09}"/>
              </a:ext>
            </a:extLst>
          </p:cNvPr>
          <p:cNvSpPr txBox="1">
            <a:spLocks/>
          </p:cNvSpPr>
          <p:nvPr/>
        </p:nvSpPr>
        <p:spPr>
          <a:xfrm>
            <a:off x="2432304" y="416083"/>
            <a:ext cx="176876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Intégration numérique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6B7E96B-B55D-7F51-BC6A-52453B108A17}"/>
              </a:ext>
            </a:extLst>
          </p:cNvPr>
          <p:cNvSpPr txBox="1">
            <a:spLocks/>
          </p:cNvSpPr>
          <p:nvPr/>
        </p:nvSpPr>
        <p:spPr>
          <a:xfrm>
            <a:off x="4426995" y="426741"/>
            <a:ext cx="163372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Transmission fichier aller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EAC1B44-7AD0-EF05-5A04-59374C39AD54}"/>
              </a:ext>
            </a:extLst>
          </p:cNvPr>
          <p:cNvSpPr txBox="1">
            <a:spLocks/>
          </p:cNvSpPr>
          <p:nvPr/>
        </p:nvSpPr>
        <p:spPr>
          <a:xfrm>
            <a:off x="6501468" y="426740"/>
            <a:ext cx="162360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Prélèvement des fonds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1A78E78-215B-DB16-F764-33AF83DA38E1}"/>
              </a:ext>
            </a:extLst>
          </p:cNvPr>
          <p:cNvCxnSpPr>
            <a:cxnSpLocks/>
          </p:cNvCxnSpPr>
          <p:nvPr/>
        </p:nvCxnSpPr>
        <p:spPr>
          <a:xfrm>
            <a:off x="4310797" y="935824"/>
            <a:ext cx="0" cy="450568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E88C5A92-594D-81D1-EA0F-9B6CD61D1F04}"/>
              </a:ext>
            </a:extLst>
          </p:cNvPr>
          <p:cNvCxnSpPr>
            <a:cxnSpLocks/>
          </p:cNvCxnSpPr>
          <p:nvPr/>
        </p:nvCxnSpPr>
        <p:spPr>
          <a:xfrm>
            <a:off x="2359345" y="977067"/>
            <a:ext cx="0" cy="454401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A8C0326-5F0C-36B5-1F11-F89EA8B6AF15}"/>
              </a:ext>
            </a:extLst>
          </p:cNvPr>
          <p:cNvCxnSpPr>
            <a:cxnSpLocks/>
          </p:cNvCxnSpPr>
          <p:nvPr/>
        </p:nvCxnSpPr>
        <p:spPr>
          <a:xfrm>
            <a:off x="6339004" y="920058"/>
            <a:ext cx="45492" cy="460102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88E61D0-9180-3B73-9169-5A0FB549EB91}"/>
              </a:ext>
            </a:extLst>
          </p:cNvPr>
          <p:cNvSpPr>
            <a:spLocks/>
          </p:cNvSpPr>
          <p:nvPr/>
        </p:nvSpPr>
        <p:spPr>
          <a:xfrm>
            <a:off x="860105" y="964820"/>
            <a:ext cx="1047451" cy="2594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Adhésion sur fiche d’adhésion</a:t>
            </a:r>
            <a:endParaRPr lang="fr-FR" sz="90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3EEEABA-68E5-A452-9B3C-855BEE5B5F79}"/>
              </a:ext>
            </a:extLst>
          </p:cNvPr>
          <p:cNvCxnSpPr>
            <a:cxnSpLocks/>
            <a:stCxn id="44" idx="3"/>
            <a:endCxn id="53" idx="1"/>
          </p:cNvCxnSpPr>
          <p:nvPr/>
        </p:nvCxnSpPr>
        <p:spPr>
          <a:xfrm flipV="1">
            <a:off x="1930695" y="2168149"/>
            <a:ext cx="690736" cy="99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10B145FA-F530-B1EA-1EB3-36C8EEACE5A6}"/>
              </a:ext>
            </a:extLst>
          </p:cNvPr>
          <p:cNvCxnSpPr>
            <a:cxnSpLocks/>
          </p:cNvCxnSpPr>
          <p:nvPr/>
        </p:nvCxnSpPr>
        <p:spPr>
          <a:xfrm>
            <a:off x="1415217" y="1228038"/>
            <a:ext cx="28180" cy="18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rganigramme : Multidocument 40">
            <a:extLst>
              <a:ext uri="{FF2B5EF4-FFF2-40B4-BE49-F238E27FC236}">
                <a16:creationId xmlns:a16="http://schemas.microsoft.com/office/drawing/2014/main" id="{A8ADDA82-CE05-02E2-E0AA-9BD75EA240AF}"/>
              </a:ext>
            </a:extLst>
          </p:cNvPr>
          <p:cNvSpPr>
            <a:spLocks/>
          </p:cNvSpPr>
          <p:nvPr/>
        </p:nvSpPr>
        <p:spPr>
          <a:xfrm>
            <a:off x="932556" y="1381748"/>
            <a:ext cx="1041356" cy="516946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Fiche </a:t>
            </a: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d’adhésion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E50CAEEB-444A-E03F-626A-65CDD1491D24}"/>
              </a:ext>
            </a:extLst>
          </p:cNvPr>
          <p:cNvGrpSpPr/>
          <p:nvPr/>
        </p:nvGrpSpPr>
        <p:grpSpPr>
          <a:xfrm>
            <a:off x="807698" y="2045603"/>
            <a:ext cx="1122997" cy="474572"/>
            <a:chOff x="2745810" y="1727324"/>
            <a:chExt cx="955558" cy="741728"/>
          </a:xfrm>
        </p:grpSpPr>
        <p:sp>
          <p:nvSpPr>
            <p:cNvPr id="44" name="Organigramme : Décision 43">
              <a:extLst>
                <a:ext uri="{FF2B5EF4-FFF2-40B4-BE49-F238E27FC236}">
                  <a16:creationId xmlns:a16="http://schemas.microsoft.com/office/drawing/2014/main" id="{472CE637-4BDC-34B8-E60F-5C09D1373B45}"/>
                </a:ext>
              </a:extLst>
            </p:cNvPr>
            <p:cNvSpPr>
              <a:spLocks/>
            </p:cNvSpPr>
            <p:nvPr/>
          </p:nvSpPr>
          <p:spPr>
            <a:xfrm>
              <a:off x="2745810" y="1727324"/>
              <a:ext cx="955558" cy="694451"/>
            </a:xfrm>
            <a:prstGeom prst="flowChartDecisio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2470" tIns="51235" rIns="102470" bIns="51235" rtlCol="0" anchor="ctr"/>
            <a:lstStyle/>
            <a:p>
              <a:pPr algn="ctr" defTabSz="512338">
                <a:defRPr/>
              </a:pPr>
              <a:endParaRPr lang="fr-FR" sz="672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30E73E51-B8E6-12BD-5646-37671BB85D01}"/>
                </a:ext>
              </a:extLst>
            </p:cNvPr>
            <p:cNvSpPr txBox="1"/>
            <p:nvPr/>
          </p:nvSpPr>
          <p:spPr>
            <a:xfrm>
              <a:off x="2845315" y="1890310"/>
              <a:ext cx="804399" cy="578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fr-FR" sz="90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Mécano</a:t>
              </a:r>
              <a:endParaRPr lang="fr-FR" sz="900">
                <a:solidFill>
                  <a:prstClr val="black"/>
                </a:solidFill>
                <a:latin typeface="Aptos" panose="02110004020202020204"/>
              </a:endParaRPr>
            </a:p>
            <a:p>
              <a:endParaRPr lang="fr-CI" sz="896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288F7FAF-4D20-0C43-67E1-FBABB65C28CF}"/>
              </a:ext>
            </a:extLst>
          </p:cNvPr>
          <p:cNvSpPr>
            <a:spLocks/>
          </p:cNvSpPr>
          <p:nvPr/>
        </p:nvSpPr>
        <p:spPr>
          <a:xfrm>
            <a:off x="1681491" y="1965235"/>
            <a:ext cx="512311" cy="153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0749B9-1399-EAED-D358-D957079C01AA}"/>
              </a:ext>
            </a:extLst>
          </p:cNvPr>
          <p:cNvSpPr>
            <a:spLocks/>
          </p:cNvSpPr>
          <p:nvPr/>
        </p:nvSpPr>
        <p:spPr>
          <a:xfrm>
            <a:off x="2621431" y="1982273"/>
            <a:ext cx="1400599" cy="3717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Intégration au fichier en ligne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00DF89C-78F8-C487-4601-9080A0AFEF34}"/>
              </a:ext>
            </a:extLst>
          </p:cNvPr>
          <p:cNvSpPr>
            <a:spLocks/>
          </p:cNvSpPr>
          <p:nvPr/>
        </p:nvSpPr>
        <p:spPr>
          <a:xfrm>
            <a:off x="1683382" y="2534830"/>
            <a:ext cx="512311" cy="1356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61C1E3-B087-97EA-3A9F-0E0701530AB7}"/>
              </a:ext>
            </a:extLst>
          </p:cNvPr>
          <p:cNvSpPr>
            <a:spLocks/>
          </p:cNvSpPr>
          <p:nvPr/>
        </p:nvSpPr>
        <p:spPr>
          <a:xfrm>
            <a:off x="645245" y="2702401"/>
            <a:ext cx="1615978" cy="4443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Création du mécano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Ajout à la fiche </a:t>
            </a: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4FD7B4C9-60BB-D701-C95B-49DF900EFB31}"/>
              </a:ext>
            </a:extLst>
          </p:cNvPr>
          <p:cNvCxnSpPr>
            <a:cxnSpLocks/>
            <a:stCxn id="58" idx="3"/>
            <a:endCxn id="53" idx="1"/>
          </p:cNvCxnSpPr>
          <p:nvPr/>
        </p:nvCxnSpPr>
        <p:spPr>
          <a:xfrm flipV="1">
            <a:off x="2261223" y="2168149"/>
            <a:ext cx="360208" cy="75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rganigramme : Multidocument 68">
            <a:extLst>
              <a:ext uri="{FF2B5EF4-FFF2-40B4-BE49-F238E27FC236}">
                <a16:creationId xmlns:a16="http://schemas.microsoft.com/office/drawing/2014/main" id="{E386D24C-CE73-ABA7-91C5-24E16C871EF1}"/>
              </a:ext>
            </a:extLst>
          </p:cNvPr>
          <p:cNvSpPr>
            <a:spLocks/>
          </p:cNvSpPr>
          <p:nvPr/>
        </p:nvSpPr>
        <p:spPr>
          <a:xfrm>
            <a:off x="2521538" y="2528304"/>
            <a:ext cx="1470012" cy="576405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recensant les adhérents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A7807C6-15B4-DC98-FD73-2FBCC22BDA2F}"/>
              </a:ext>
            </a:extLst>
          </p:cNvPr>
          <p:cNvSpPr>
            <a:spLocks/>
          </p:cNvSpPr>
          <p:nvPr/>
        </p:nvSpPr>
        <p:spPr>
          <a:xfrm>
            <a:off x="4396929" y="1986813"/>
            <a:ext cx="1868482" cy="4355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Création du fichier de précompte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Calcul des cotisations à prélever 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4470A234-59CE-0D16-2DFA-BC3F9F73C316}"/>
              </a:ext>
            </a:extLst>
          </p:cNvPr>
          <p:cNvCxnSpPr>
            <a:cxnSpLocks/>
            <a:stCxn id="69" idx="3"/>
            <a:endCxn id="74" idx="1"/>
          </p:cNvCxnSpPr>
          <p:nvPr/>
        </p:nvCxnSpPr>
        <p:spPr>
          <a:xfrm flipV="1">
            <a:off x="3991550" y="2204605"/>
            <a:ext cx="405379" cy="61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Organigramme : Multidocument 85">
            <a:extLst>
              <a:ext uri="{FF2B5EF4-FFF2-40B4-BE49-F238E27FC236}">
                <a16:creationId xmlns:a16="http://schemas.microsoft.com/office/drawing/2014/main" id="{2F759B41-CD6B-DB4C-7DA6-FAFC0FFBEBEA}"/>
              </a:ext>
            </a:extLst>
          </p:cNvPr>
          <p:cNvSpPr>
            <a:spLocks/>
          </p:cNvSpPr>
          <p:nvPr/>
        </p:nvSpPr>
        <p:spPr>
          <a:xfrm>
            <a:off x="4548335" y="2645044"/>
            <a:ext cx="1488811" cy="370257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aller</a:t>
            </a:r>
          </a:p>
        </p:txBody>
      </p: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DDC068CA-12BF-0941-7F0A-C87979FCEAA6}"/>
              </a:ext>
            </a:extLst>
          </p:cNvPr>
          <p:cNvCxnSpPr>
            <a:cxnSpLocks/>
          </p:cNvCxnSpPr>
          <p:nvPr/>
        </p:nvCxnSpPr>
        <p:spPr>
          <a:xfrm>
            <a:off x="5247552" y="2427680"/>
            <a:ext cx="0" cy="20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441BFD15-9088-C098-52ED-6B4E13B6BE0E}"/>
              </a:ext>
            </a:extLst>
          </p:cNvPr>
          <p:cNvSpPr>
            <a:spLocks/>
          </p:cNvSpPr>
          <p:nvPr/>
        </p:nvSpPr>
        <p:spPr>
          <a:xfrm>
            <a:off x="6501468" y="3195010"/>
            <a:ext cx="1662803" cy="2929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Prélèvement sur la pension des policiers retraités</a:t>
            </a:r>
          </a:p>
        </p:txBody>
      </p: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AE606099-E7E2-110B-DAAD-3547A42C5C38}"/>
              </a:ext>
            </a:extLst>
          </p:cNvPr>
          <p:cNvCxnSpPr>
            <a:cxnSpLocks/>
            <a:stCxn id="86" idx="3"/>
            <a:endCxn id="89" idx="1"/>
          </p:cNvCxnSpPr>
          <p:nvPr/>
        </p:nvCxnSpPr>
        <p:spPr>
          <a:xfrm>
            <a:off x="6037146" y="2830173"/>
            <a:ext cx="464322" cy="51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C037EDBB-F75E-323D-9315-0FF164C09584}"/>
              </a:ext>
            </a:extLst>
          </p:cNvPr>
          <p:cNvSpPr>
            <a:spLocks/>
          </p:cNvSpPr>
          <p:nvPr/>
        </p:nvSpPr>
        <p:spPr>
          <a:xfrm>
            <a:off x="6428809" y="2017416"/>
            <a:ext cx="1472805" cy="3527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du fichier retour numérique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10C2E86A-3433-F5C5-C082-1B30E8FD92E7}"/>
              </a:ext>
            </a:extLst>
          </p:cNvPr>
          <p:cNvCxnSpPr>
            <a:cxnSpLocks/>
          </p:cNvCxnSpPr>
          <p:nvPr/>
        </p:nvCxnSpPr>
        <p:spPr>
          <a:xfrm>
            <a:off x="3192469" y="2370213"/>
            <a:ext cx="0" cy="160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41E6BB5-6A6F-A7A5-2A34-ED61B9F3D694}"/>
              </a:ext>
            </a:extLst>
          </p:cNvPr>
          <p:cNvCxnSpPr>
            <a:cxnSpLocks/>
          </p:cNvCxnSpPr>
          <p:nvPr/>
        </p:nvCxnSpPr>
        <p:spPr>
          <a:xfrm>
            <a:off x="8428329" y="935824"/>
            <a:ext cx="0" cy="45852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4C12E-E523-4F15-1A49-F011016D3311}"/>
              </a:ext>
            </a:extLst>
          </p:cNvPr>
          <p:cNvCxnSpPr>
            <a:cxnSpLocks/>
            <a:stCxn id="45" idx="2"/>
            <a:endCxn id="58" idx="0"/>
          </p:cNvCxnSpPr>
          <p:nvPr/>
        </p:nvCxnSpPr>
        <p:spPr>
          <a:xfrm>
            <a:off x="1397315" y="2520175"/>
            <a:ext cx="55919" cy="18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3455C403-8BB0-7B79-9017-9B58496AFC76}"/>
              </a:ext>
            </a:extLst>
          </p:cNvPr>
          <p:cNvSpPr txBox="1">
            <a:spLocks/>
          </p:cNvSpPr>
          <p:nvPr/>
        </p:nvSpPr>
        <p:spPr>
          <a:xfrm>
            <a:off x="8582296" y="416083"/>
            <a:ext cx="143094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des fonds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D26D40C0-AA15-6776-76ED-73725DE66833}"/>
              </a:ext>
            </a:extLst>
          </p:cNvPr>
          <p:cNvCxnSpPr>
            <a:cxnSpLocks/>
          </p:cNvCxnSpPr>
          <p:nvPr/>
        </p:nvCxnSpPr>
        <p:spPr>
          <a:xfrm>
            <a:off x="10272369" y="999324"/>
            <a:ext cx="0" cy="45217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963E590D-E71E-B4F0-4B89-1B0313F59EA5}"/>
              </a:ext>
            </a:extLst>
          </p:cNvPr>
          <p:cNvSpPr txBox="1">
            <a:spLocks/>
          </p:cNvSpPr>
          <p:nvPr/>
        </p:nvSpPr>
        <p:spPr>
          <a:xfrm>
            <a:off x="10290447" y="423983"/>
            <a:ext cx="149962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des pensions</a:t>
            </a:r>
          </a:p>
        </p:txBody>
      </p:sp>
      <p:sp>
        <p:nvSpPr>
          <p:cNvPr id="101" name="Organigramme : Multidocument 100">
            <a:extLst>
              <a:ext uri="{FF2B5EF4-FFF2-40B4-BE49-F238E27FC236}">
                <a16:creationId xmlns:a16="http://schemas.microsoft.com/office/drawing/2014/main" id="{3FD311C3-1FA5-5F10-190B-3F5524FB721E}"/>
              </a:ext>
            </a:extLst>
          </p:cNvPr>
          <p:cNvSpPr>
            <a:spLocks/>
          </p:cNvSpPr>
          <p:nvPr/>
        </p:nvSpPr>
        <p:spPr>
          <a:xfrm>
            <a:off x="6686354" y="3682619"/>
            <a:ext cx="1068071" cy="614191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numérique</a:t>
            </a:r>
          </a:p>
        </p:txBody>
      </p:sp>
      <p:cxnSp>
        <p:nvCxnSpPr>
          <p:cNvPr id="218" name="Connecteur : en angle 217">
            <a:extLst>
              <a:ext uri="{FF2B5EF4-FFF2-40B4-BE49-F238E27FC236}">
                <a16:creationId xmlns:a16="http://schemas.microsoft.com/office/drawing/2014/main" id="{DD45C5B5-4B8B-AFF5-150F-4D3AB1603204}"/>
              </a:ext>
            </a:extLst>
          </p:cNvPr>
          <p:cNvCxnSpPr>
            <a:cxnSpLocks/>
            <a:endCxn id="96" idx="3"/>
          </p:cNvCxnSpPr>
          <p:nvPr/>
        </p:nvCxnSpPr>
        <p:spPr>
          <a:xfrm rot="16200000" flipV="1">
            <a:off x="7198086" y="2897344"/>
            <a:ext cx="1795899" cy="3888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avec flèche 237">
            <a:extLst>
              <a:ext uri="{FF2B5EF4-FFF2-40B4-BE49-F238E27FC236}">
                <a16:creationId xmlns:a16="http://schemas.microsoft.com/office/drawing/2014/main" id="{690A7136-BA19-B39C-5EBB-C13B57692917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 flipH="1">
            <a:off x="1369197" y="1879117"/>
            <a:ext cx="11624" cy="16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0666448C-3E16-D920-F235-9EE7594FD7D6}"/>
              </a:ext>
            </a:extLst>
          </p:cNvPr>
          <p:cNvSpPr>
            <a:spLocks/>
          </p:cNvSpPr>
          <p:nvPr/>
        </p:nvSpPr>
        <p:spPr>
          <a:xfrm>
            <a:off x="10377972" y="4704172"/>
            <a:ext cx="1416364" cy="4436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du virement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842B33C-FA56-2ADB-DDB0-E827D8691465}"/>
              </a:ext>
            </a:extLst>
          </p:cNvPr>
          <p:cNvCxnSpPr>
            <a:cxnSpLocks/>
            <a:stCxn id="89" idx="2"/>
            <a:endCxn id="101" idx="0"/>
          </p:cNvCxnSpPr>
          <p:nvPr/>
        </p:nvCxnSpPr>
        <p:spPr>
          <a:xfrm flipH="1">
            <a:off x="7293869" y="3488000"/>
            <a:ext cx="39001" cy="194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37BD74C-34E7-002F-B00B-475D3FA95E25}"/>
              </a:ext>
            </a:extLst>
          </p:cNvPr>
          <p:cNvSpPr>
            <a:spLocks/>
          </p:cNvSpPr>
          <p:nvPr/>
        </p:nvSpPr>
        <p:spPr>
          <a:xfrm>
            <a:off x="8596879" y="4704172"/>
            <a:ext cx="1416364" cy="4436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des fonds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42CA0C80-4E08-C08B-8DFF-BAC3392187A8}"/>
              </a:ext>
            </a:extLst>
          </p:cNvPr>
          <p:cNvCxnSpPr>
            <a:cxnSpLocks/>
            <a:stCxn id="100" idx="3"/>
            <a:endCxn id="32" idx="1"/>
          </p:cNvCxnSpPr>
          <p:nvPr/>
        </p:nvCxnSpPr>
        <p:spPr>
          <a:xfrm>
            <a:off x="8287530" y="4828320"/>
            <a:ext cx="309349" cy="9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2A454244-0421-0902-378A-A3D236205663}"/>
              </a:ext>
            </a:extLst>
          </p:cNvPr>
          <p:cNvCxnSpPr>
            <a:stCxn id="32" idx="3"/>
            <a:endCxn id="57" idx="1"/>
          </p:cNvCxnSpPr>
          <p:nvPr/>
        </p:nvCxnSpPr>
        <p:spPr>
          <a:xfrm>
            <a:off x="10013243" y="4925990"/>
            <a:ext cx="36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B78462-1DD6-3C52-38CC-663F85D89E8C}"/>
              </a:ext>
            </a:extLst>
          </p:cNvPr>
          <p:cNvSpPr>
            <a:spLocks/>
          </p:cNvSpPr>
          <p:nvPr/>
        </p:nvSpPr>
        <p:spPr>
          <a:xfrm>
            <a:off x="7327490" y="4615816"/>
            <a:ext cx="960040" cy="4250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Virements des fonds selon le barème</a:t>
            </a:r>
          </a:p>
        </p:txBody>
      </p:sp>
      <p:cxnSp>
        <p:nvCxnSpPr>
          <p:cNvPr id="109" name="Connecteur : en angle 108">
            <a:extLst>
              <a:ext uri="{FF2B5EF4-FFF2-40B4-BE49-F238E27FC236}">
                <a16:creationId xmlns:a16="http://schemas.microsoft.com/office/drawing/2014/main" id="{F333C443-49C7-8BC0-F180-F24DF9B850BB}"/>
              </a:ext>
            </a:extLst>
          </p:cNvPr>
          <p:cNvCxnSpPr>
            <a:cxnSpLocks/>
            <a:stCxn id="101" idx="2"/>
            <a:endCxn id="100" idx="1"/>
          </p:cNvCxnSpPr>
          <p:nvPr/>
        </p:nvCxnSpPr>
        <p:spPr>
          <a:xfrm rot="16200000" flipH="1">
            <a:off x="6959419" y="4460249"/>
            <a:ext cx="554770" cy="1813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87A95E0A-CFE0-A63F-2CAE-C83242146E1B}"/>
              </a:ext>
            </a:extLst>
          </p:cNvPr>
          <p:cNvCxnSpPr>
            <a:stCxn id="101" idx="3"/>
          </p:cNvCxnSpPr>
          <p:nvPr/>
        </p:nvCxnSpPr>
        <p:spPr>
          <a:xfrm flipV="1">
            <a:off x="7754425" y="3989714"/>
            <a:ext cx="5360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Adenka point 1"/>
          <p:cNvSpPr/>
          <p:nvPr/>
        </p:nvSpPr>
        <p:spPr>
          <a:xfrm>
            <a:off x="1808556" y="865820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240" name="Adenka point 2"/>
          <p:cNvSpPr/>
          <p:nvPr/>
        </p:nvSpPr>
        <p:spPr>
          <a:xfrm>
            <a:off x="6166411" y="1887813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241" name="Adenka point 3"/>
          <p:cNvSpPr/>
          <p:nvPr/>
        </p:nvSpPr>
        <p:spPr>
          <a:xfrm>
            <a:off x="7655425" y="3583619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42" name="Adenka point 4"/>
          <p:cNvSpPr/>
          <p:nvPr/>
        </p:nvSpPr>
        <p:spPr>
          <a:xfrm>
            <a:off x="11695336" y="4605172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40144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C778-A25B-BBB8-3DA1-0B190938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93FD067-1534-E6DA-A48A-1455AB0EE8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C84B4B6-F90C-D401-7C70-AA17042D243F}"/>
              </a:ext>
            </a:extLst>
          </p:cNvPr>
          <p:cNvSpPr txBox="1">
            <a:spLocks/>
          </p:cNvSpPr>
          <p:nvPr/>
        </p:nvSpPr>
        <p:spPr>
          <a:xfrm>
            <a:off x="1634112" y="83014"/>
            <a:ext cx="9637297" cy="27699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Flow chart du processus de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comptabilisation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des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cotisations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– Assurance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maladie</a:t>
            </a:r>
            <a:r>
              <a:rPr lang="en-US" sz="1200" b="1" i="1">
                <a:latin typeface="Helvetica" panose="020B0604020202020204" pitchFamily="34" charset="0"/>
                <a:cs typeface="Helvetica" panose="020B0604020202020204" pitchFamily="34" charset="0"/>
              </a:rPr>
              <a:t> et </a:t>
            </a:r>
            <a:r>
              <a:rPr lang="en-US" sz="1200" b="1" i="1" err="1">
                <a:latin typeface="Helvetica" panose="020B0604020202020204" pitchFamily="34" charset="0"/>
                <a:cs typeface="Helvetica" panose="020B0604020202020204" pitchFamily="34" charset="0"/>
              </a:rPr>
              <a:t>Décès</a:t>
            </a:r>
            <a:endParaRPr lang="fr-FR" sz="1345">
              <a:solidFill>
                <a:prstClr val="black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DC0C3B-9830-E54C-2F61-C22993805BDC}"/>
              </a:ext>
            </a:extLst>
          </p:cNvPr>
          <p:cNvSpPr>
            <a:spLocks/>
          </p:cNvSpPr>
          <p:nvPr/>
        </p:nvSpPr>
        <p:spPr>
          <a:xfrm>
            <a:off x="209873" y="896190"/>
            <a:ext cx="11701697" cy="58549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CC5C3-BE7F-75D9-6A21-94003AEA5047}"/>
              </a:ext>
            </a:extLst>
          </p:cNvPr>
          <p:cNvSpPr>
            <a:spLocks/>
          </p:cNvSpPr>
          <p:nvPr/>
        </p:nvSpPr>
        <p:spPr>
          <a:xfrm>
            <a:off x="198251" y="4330900"/>
            <a:ext cx="11701687" cy="11901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62AF0-FC5A-601A-EEDD-1F01E6121843}"/>
              </a:ext>
            </a:extLst>
          </p:cNvPr>
          <p:cNvSpPr>
            <a:spLocks/>
          </p:cNvSpPr>
          <p:nvPr/>
        </p:nvSpPr>
        <p:spPr>
          <a:xfrm>
            <a:off x="209873" y="1929954"/>
            <a:ext cx="11701691" cy="12286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endParaRPr lang="fr-FR" sz="165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EBD3C5F-298A-92F5-4050-D1EA71688254}"/>
              </a:ext>
            </a:extLst>
          </p:cNvPr>
          <p:cNvSpPr txBox="1">
            <a:spLocks/>
          </p:cNvSpPr>
          <p:nvPr/>
        </p:nvSpPr>
        <p:spPr>
          <a:xfrm rot="16200000">
            <a:off x="-62686" y="1273410"/>
            <a:ext cx="921625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POLICIER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EC243E-89BF-E7E7-0424-872369FD9307}"/>
              </a:ext>
            </a:extLst>
          </p:cNvPr>
          <p:cNvSpPr txBox="1">
            <a:spLocks/>
          </p:cNvSpPr>
          <p:nvPr/>
        </p:nvSpPr>
        <p:spPr>
          <a:xfrm rot="16200000">
            <a:off x="-112098" y="2312820"/>
            <a:ext cx="966469" cy="276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</a:t>
            </a:r>
            <a:r>
              <a:rPr lang="fr-FR" sz="1200">
                <a:solidFill>
                  <a:prstClr val="white"/>
                </a:solidFill>
                <a:latin typeface="Aptos" panose="02110004020202020204"/>
              </a:rPr>
              <a:t> IT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6929EE2-408A-ABA5-6435-9C5C1966F6AF}"/>
              </a:ext>
            </a:extLst>
          </p:cNvPr>
          <p:cNvSpPr txBox="1">
            <a:spLocks/>
          </p:cNvSpPr>
          <p:nvPr/>
        </p:nvSpPr>
        <p:spPr>
          <a:xfrm rot="16200000">
            <a:off x="-87400" y="3520050"/>
            <a:ext cx="1130727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PERSONNEL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D8A0E18-38CC-D3E2-F8BE-0EF16915C973}"/>
              </a:ext>
            </a:extLst>
          </p:cNvPr>
          <p:cNvSpPr txBox="1">
            <a:spLocks/>
          </p:cNvSpPr>
          <p:nvPr/>
        </p:nvSpPr>
        <p:spPr>
          <a:xfrm rot="16200000">
            <a:off x="-20943" y="4660037"/>
            <a:ext cx="764323" cy="277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TRESOR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FFC6EF2-3799-CCC3-107F-F01182B3D7D5}"/>
              </a:ext>
            </a:extLst>
          </p:cNvPr>
          <p:cNvSpPr txBox="1">
            <a:spLocks/>
          </p:cNvSpPr>
          <p:nvPr/>
        </p:nvSpPr>
        <p:spPr>
          <a:xfrm>
            <a:off x="700896" y="426742"/>
            <a:ext cx="133659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CI" sz="1200" b="1">
                <a:latin typeface="Helvetica" panose="020B0604020202020204" pitchFamily="34" charset="0"/>
                <a:cs typeface="Helvetica" panose="020B0604020202020204" pitchFamily="34" charset="0"/>
              </a:rPr>
              <a:t>Souscription au produit</a:t>
            </a:r>
            <a:endParaRPr lang="fr-FR" sz="1200" b="1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7AF5BE7-9F11-A69B-8AF9-B409CBC458F4}"/>
              </a:ext>
            </a:extLst>
          </p:cNvPr>
          <p:cNvSpPr txBox="1">
            <a:spLocks/>
          </p:cNvSpPr>
          <p:nvPr/>
        </p:nvSpPr>
        <p:spPr>
          <a:xfrm>
            <a:off x="2366352" y="525087"/>
            <a:ext cx="1768765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Enregistrement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357C137-C6E0-3096-770C-5BFEC0567E3C}"/>
              </a:ext>
            </a:extLst>
          </p:cNvPr>
          <p:cNvSpPr txBox="1">
            <a:spLocks/>
          </p:cNvSpPr>
          <p:nvPr/>
        </p:nvSpPr>
        <p:spPr>
          <a:xfrm>
            <a:off x="4426995" y="426741"/>
            <a:ext cx="172581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Transmission fichier aller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D1E8CED-7C0C-F994-23B0-5351A820EF8C}"/>
              </a:ext>
            </a:extLst>
          </p:cNvPr>
          <p:cNvSpPr txBox="1">
            <a:spLocks/>
          </p:cNvSpPr>
          <p:nvPr/>
        </p:nvSpPr>
        <p:spPr>
          <a:xfrm>
            <a:off x="6501468" y="426740"/>
            <a:ext cx="162360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Prélèvement des fonds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9FEB9596-2F28-506C-F935-658C0F6AC58E}"/>
              </a:ext>
            </a:extLst>
          </p:cNvPr>
          <p:cNvCxnSpPr>
            <a:cxnSpLocks/>
          </p:cNvCxnSpPr>
          <p:nvPr/>
        </p:nvCxnSpPr>
        <p:spPr>
          <a:xfrm>
            <a:off x="4201069" y="906736"/>
            <a:ext cx="0" cy="583383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E9983292-779D-818A-A181-D316AACF337B}"/>
              </a:ext>
            </a:extLst>
          </p:cNvPr>
          <p:cNvCxnSpPr>
            <a:cxnSpLocks/>
          </p:cNvCxnSpPr>
          <p:nvPr/>
        </p:nvCxnSpPr>
        <p:spPr>
          <a:xfrm>
            <a:off x="2359345" y="977067"/>
            <a:ext cx="0" cy="576350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EC351BC-0E7E-6CD9-F7B0-122C81D402E6}"/>
              </a:ext>
            </a:extLst>
          </p:cNvPr>
          <p:cNvCxnSpPr>
            <a:cxnSpLocks/>
          </p:cNvCxnSpPr>
          <p:nvPr/>
        </p:nvCxnSpPr>
        <p:spPr>
          <a:xfrm>
            <a:off x="6265417" y="899216"/>
            <a:ext cx="16211" cy="58122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1E899-D970-5964-8B9F-AA4C36AFE154}"/>
              </a:ext>
            </a:extLst>
          </p:cNvPr>
          <p:cNvSpPr>
            <a:spLocks/>
          </p:cNvSpPr>
          <p:nvPr/>
        </p:nvSpPr>
        <p:spPr>
          <a:xfrm>
            <a:off x="1006910" y="981960"/>
            <a:ext cx="967002" cy="2191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Adhésion</a:t>
            </a: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 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77CD3634-0851-90BC-0ED9-50EFFA8DB220}"/>
              </a:ext>
            </a:extLst>
          </p:cNvPr>
          <p:cNvCxnSpPr>
            <a:cxnSpLocks/>
            <a:stCxn id="44" idx="3"/>
            <a:endCxn id="53" idx="1"/>
          </p:cNvCxnSpPr>
          <p:nvPr/>
        </p:nvCxnSpPr>
        <p:spPr>
          <a:xfrm flipV="1">
            <a:off x="2002642" y="2168149"/>
            <a:ext cx="618789" cy="149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66945B2A-35AE-5FFA-ACD6-780AD6F460EF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496695" y="1201119"/>
            <a:ext cx="28180" cy="18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rganigramme : Multidocument 40">
            <a:extLst>
              <a:ext uri="{FF2B5EF4-FFF2-40B4-BE49-F238E27FC236}">
                <a16:creationId xmlns:a16="http://schemas.microsoft.com/office/drawing/2014/main" id="{955984F1-16CD-A961-2164-6E8E5DABA1C9}"/>
              </a:ext>
            </a:extLst>
          </p:cNvPr>
          <p:cNvSpPr>
            <a:spLocks/>
          </p:cNvSpPr>
          <p:nvPr/>
        </p:nvSpPr>
        <p:spPr>
          <a:xfrm>
            <a:off x="932556" y="1381748"/>
            <a:ext cx="1041356" cy="516946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Aptos" panose="02110004020202020204"/>
              </a:rPr>
              <a:t>Fiche </a:t>
            </a: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d’adhésion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44F4A589-272C-CD9C-D6CD-7457E192E14D}"/>
              </a:ext>
            </a:extLst>
          </p:cNvPr>
          <p:cNvGrpSpPr/>
          <p:nvPr/>
        </p:nvGrpSpPr>
        <p:grpSpPr>
          <a:xfrm>
            <a:off x="807698" y="2045600"/>
            <a:ext cx="1194944" cy="749283"/>
            <a:chOff x="2745810" y="1727324"/>
            <a:chExt cx="955558" cy="955696"/>
          </a:xfrm>
        </p:grpSpPr>
        <p:sp>
          <p:nvSpPr>
            <p:cNvPr id="44" name="Organigramme : Décision 43">
              <a:extLst>
                <a:ext uri="{FF2B5EF4-FFF2-40B4-BE49-F238E27FC236}">
                  <a16:creationId xmlns:a16="http://schemas.microsoft.com/office/drawing/2014/main" id="{37CB11CF-B567-FBB2-F86A-F386B3ADACB2}"/>
                </a:ext>
              </a:extLst>
            </p:cNvPr>
            <p:cNvSpPr>
              <a:spLocks/>
            </p:cNvSpPr>
            <p:nvPr/>
          </p:nvSpPr>
          <p:spPr>
            <a:xfrm>
              <a:off x="2745810" y="1727324"/>
              <a:ext cx="955558" cy="694451"/>
            </a:xfrm>
            <a:prstGeom prst="flowChartDecisio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02470" tIns="51235" rIns="102470" bIns="51235" rtlCol="0" anchor="ctr"/>
            <a:lstStyle/>
            <a:p>
              <a:pPr algn="ctr" defTabSz="512338">
                <a:defRPr/>
              </a:pPr>
              <a:endParaRPr lang="fr-FR" sz="672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40B9635D-55DD-721D-A8AA-AB389B88B063}"/>
                </a:ext>
              </a:extLst>
            </p:cNvPr>
            <p:cNvSpPr txBox="1"/>
            <p:nvPr/>
          </p:nvSpPr>
          <p:spPr>
            <a:xfrm>
              <a:off x="2845315" y="1890311"/>
              <a:ext cx="804399" cy="792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fr-FR" sz="90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Carte de santé</a:t>
              </a:r>
            </a:p>
            <a:p>
              <a:pPr lvl="0" algn="ctr">
                <a:defRPr/>
              </a:pPr>
              <a:r>
                <a:rPr lang="fr-FR" sz="900">
                  <a:solidFill>
                    <a:prstClr val="black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FPPN</a:t>
              </a:r>
              <a:endParaRPr lang="fr-FR" sz="900">
                <a:solidFill>
                  <a:prstClr val="black"/>
                </a:solidFill>
                <a:latin typeface="Aptos" panose="02110004020202020204"/>
              </a:endParaRPr>
            </a:p>
            <a:p>
              <a:endParaRPr lang="fr-CI" sz="896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B16E612C-1120-EAF3-4BB5-C80C078E114E}"/>
              </a:ext>
            </a:extLst>
          </p:cNvPr>
          <p:cNvSpPr>
            <a:spLocks/>
          </p:cNvSpPr>
          <p:nvPr/>
        </p:nvSpPr>
        <p:spPr>
          <a:xfrm>
            <a:off x="1681491" y="1965235"/>
            <a:ext cx="512311" cy="153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8E0E61-4278-97F4-6550-DC479DBB15EC}"/>
              </a:ext>
            </a:extLst>
          </p:cNvPr>
          <p:cNvSpPr>
            <a:spLocks/>
          </p:cNvSpPr>
          <p:nvPr/>
        </p:nvSpPr>
        <p:spPr>
          <a:xfrm>
            <a:off x="2621431" y="1982273"/>
            <a:ext cx="1400599" cy="3717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Intégration aux adhérents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F180002-ABEC-A9EC-A9FC-FF99D81244EA}"/>
              </a:ext>
            </a:extLst>
          </p:cNvPr>
          <p:cNvSpPr>
            <a:spLocks/>
          </p:cNvSpPr>
          <p:nvPr/>
        </p:nvSpPr>
        <p:spPr>
          <a:xfrm>
            <a:off x="1683382" y="2534830"/>
            <a:ext cx="512311" cy="1356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CI" sz="7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CCFC0C9-2382-E2E7-28D4-22B42CA8DC60}"/>
              </a:ext>
            </a:extLst>
          </p:cNvPr>
          <p:cNvSpPr>
            <a:spLocks/>
          </p:cNvSpPr>
          <p:nvPr/>
        </p:nvSpPr>
        <p:spPr>
          <a:xfrm>
            <a:off x="600210" y="2811734"/>
            <a:ext cx="1603947" cy="25298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Pas de prestation </a:t>
            </a:r>
          </a:p>
        </p:txBody>
      </p:sp>
      <p:sp>
        <p:nvSpPr>
          <p:cNvPr id="69" name="Organigramme : Multidocument 68">
            <a:extLst>
              <a:ext uri="{FF2B5EF4-FFF2-40B4-BE49-F238E27FC236}">
                <a16:creationId xmlns:a16="http://schemas.microsoft.com/office/drawing/2014/main" id="{397DCA9D-E8E9-AE7D-E7F1-F55F0398FD99}"/>
              </a:ext>
            </a:extLst>
          </p:cNvPr>
          <p:cNvSpPr>
            <a:spLocks/>
          </p:cNvSpPr>
          <p:nvPr/>
        </p:nvSpPr>
        <p:spPr>
          <a:xfrm>
            <a:off x="2521538" y="2528304"/>
            <a:ext cx="1470012" cy="576405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recensant des adhérents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D8E09B4-38FE-A034-1670-ACF6B1BEBABB}"/>
              </a:ext>
            </a:extLst>
          </p:cNvPr>
          <p:cNvSpPr>
            <a:spLocks/>
          </p:cNvSpPr>
          <p:nvPr/>
        </p:nvSpPr>
        <p:spPr>
          <a:xfrm>
            <a:off x="4313671" y="3206306"/>
            <a:ext cx="1868482" cy="4355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Création du fichier de précompte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Calcul des cotisations à prélever 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0344B69B-98B2-89C4-B249-668745B72D1C}"/>
              </a:ext>
            </a:extLst>
          </p:cNvPr>
          <p:cNvCxnSpPr>
            <a:cxnSpLocks/>
            <a:stCxn id="69" idx="3"/>
            <a:endCxn id="74" idx="1"/>
          </p:cNvCxnSpPr>
          <p:nvPr/>
        </p:nvCxnSpPr>
        <p:spPr>
          <a:xfrm>
            <a:off x="3991550" y="2816507"/>
            <a:ext cx="322121" cy="607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Organigramme : Multidocument 85">
            <a:extLst>
              <a:ext uri="{FF2B5EF4-FFF2-40B4-BE49-F238E27FC236}">
                <a16:creationId xmlns:a16="http://schemas.microsoft.com/office/drawing/2014/main" id="{3D7C0C02-3C6D-C4E5-55C0-FB782DDB0144}"/>
              </a:ext>
            </a:extLst>
          </p:cNvPr>
          <p:cNvSpPr>
            <a:spLocks/>
          </p:cNvSpPr>
          <p:nvPr/>
        </p:nvSpPr>
        <p:spPr>
          <a:xfrm>
            <a:off x="4527034" y="3842197"/>
            <a:ext cx="1488811" cy="370257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aller</a:t>
            </a:r>
          </a:p>
        </p:txBody>
      </p: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5D5BCD32-923A-4512-8742-F85E52B13CCB}"/>
              </a:ext>
            </a:extLst>
          </p:cNvPr>
          <p:cNvCxnSpPr>
            <a:cxnSpLocks/>
          </p:cNvCxnSpPr>
          <p:nvPr/>
        </p:nvCxnSpPr>
        <p:spPr>
          <a:xfrm>
            <a:off x="5269352" y="3641890"/>
            <a:ext cx="0" cy="20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F2FEB969-A7BC-4E14-F57C-5087307E00A5}"/>
              </a:ext>
            </a:extLst>
          </p:cNvPr>
          <p:cNvSpPr>
            <a:spLocks/>
          </p:cNvSpPr>
          <p:nvPr/>
        </p:nvSpPr>
        <p:spPr>
          <a:xfrm>
            <a:off x="6598286" y="4384676"/>
            <a:ext cx="1409800" cy="2060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Prélèvement</a:t>
            </a:r>
          </a:p>
        </p:txBody>
      </p: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B19526D4-5C39-280A-F148-EF3B26F31789}"/>
              </a:ext>
            </a:extLst>
          </p:cNvPr>
          <p:cNvCxnSpPr>
            <a:cxnSpLocks/>
            <a:stCxn id="86" idx="3"/>
            <a:endCxn id="89" idx="1"/>
          </p:cNvCxnSpPr>
          <p:nvPr/>
        </p:nvCxnSpPr>
        <p:spPr>
          <a:xfrm>
            <a:off x="6015845" y="4027326"/>
            <a:ext cx="582441" cy="460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Organigramme : Multidocument 93">
            <a:extLst>
              <a:ext uri="{FF2B5EF4-FFF2-40B4-BE49-F238E27FC236}">
                <a16:creationId xmlns:a16="http://schemas.microsoft.com/office/drawing/2014/main" id="{BAAF0083-7552-368B-B188-8BF1710065DE}"/>
              </a:ext>
            </a:extLst>
          </p:cNvPr>
          <p:cNvSpPr>
            <a:spLocks/>
          </p:cNvSpPr>
          <p:nvPr/>
        </p:nvSpPr>
        <p:spPr>
          <a:xfrm>
            <a:off x="6451394" y="4833529"/>
            <a:ext cx="896200" cy="614192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papier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BEE8BBD-A59B-D5DB-7D99-C40B9C940E2A}"/>
              </a:ext>
            </a:extLst>
          </p:cNvPr>
          <p:cNvSpPr>
            <a:spLocks/>
          </p:cNvSpPr>
          <p:nvPr/>
        </p:nvSpPr>
        <p:spPr>
          <a:xfrm>
            <a:off x="6428809" y="2017416"/>
            <a:ext cx="1472805" cy="3527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Réception du fichier retour numérique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B41AECC-772D-C405-5ACB-D4C98188D73D}"/>
              </a:ext>
            </a:extLst>
          </p:cNvPr>
          <p:cNvCxnSpPr>
            <a:cxnSpLocks/>
          </p:cNvCxnSpPr>
          <p:nvPr/>
        </p:nvCxnSpPr>
        <p:spPr>
          <a:xfrm>
            <a:off x="3192469" y="2370213"/>
            <a:ext cx="0" cy="160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081887D-E95C-A418-AD36-ABD1CA25A8DA}"/>
              </a:ext>
            </a:extLst>
          </p:cNvPr>
          <p:cNvCxnSpPr>
            <a:cxnSpLocks/>
          </p:cNvCxnSpPr>
          <p:nvPr/>
        </p:nvCxnSpPr>
        <p:spPr>
          <a:xfrm>
            <a:off x="8428329" y="935824"/>
            <a:ext cx="0" cy="57756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3A8B1950-ECBD-B555-F0C7-07225C207121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402184" y="2557816"/>
            <a:ext cx="0" cy="253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331DE387-A2AE-C956-DE0A-306D7A5E57FB}"/>
              </a:ext>
            </a:extLst>
          </p:cNvPr>
          <p:cNvSpPr txBox="1">
            <a:spLocks/>
          </p:cNvSpPr>
          <p:nvPr/>
        </p:nvSpPr>
        <p:spPr>
          <a:xfrm>
            <a:off x="8723868" y="426087"/>
            <a:ext cx="126427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Affectation des fonds</a:t>
            </a:r>
          </a:p>
        </p:txBody>
      </p: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096E6513-C79A-491D-7AC3-3CCC6F39CB59}"/>
              </a:ext>
            </a:extLst>
          </p:cNvPr>
          <p:cNvCxnSpPr>
            <a:cxnSpLocks/>
          </p:cNvCxnSpPr>
          <p:nvPr/>
        </p:nvCxnSpPr>
        <p:spPr>
          <a:xfrm>
            <a:off x="10272369" y="999324"/>
            <a:ext cx="0" cy="57756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55DAC20-7E51-7094-38A3-CCD423990619}"/>
              </a:ext>
            </a:extLst>
          </p:cNvPr>
          <p:cNvSpPr txBox="1">
            <a:spLocks/>
          </p:cNvSpPr>
          <p:nvPr/>
        </p:nvSpPr>
        <p:spPr>
          <a:xfrm>
            <a:off x="10290447" y="423983"/>
            <a:ext cx="149962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des précomptes</a:t>
            </a:r>
          </a:p>
        </p:txBody>
      </p:sp>
      <p:sp>
        <p:nvSpPr>
          <p:cNvPr id="101" name="Organigramme : Multidocument 100">
            <a:extLst>
              <a:ext uri="{FF2B5EF4-FFF2-40B4-BE49-F238E27FC236}">
                <a16:creationId xmlns:a16="http://schemas.microsoft.com/office/drawing/2014/main" id="{AEAA4FF7-6DD1-16A9-4396-A562ABF568B4}"/>
              </a:ext>
            </a:extLst>
          </p:cNvPr>
          <p:cNvSpPr>
            <a:spLocks/>
          </p:cNvSpPr>
          <p:nvPr/>
        </p:nvSpPr>
        <p:spPr>
          <a:xfrm>
            <a:off x="7413888" y="4833530"/>
            <a:ext cx="835377" cy="614191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numérique</a:t>
            </a:r>
          </a:p>
        </p:txBody>
      </p: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AA760D1F-6D1E-7AD7-8EE8-311BAE0BA054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7303186" y="4590774"/>
            <a:ext cx="0" cy="842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 : en angle 115">
            <a:extLst>
              <a:ext uri="{FF2B5EF4-FFF2-40B4-BE49-F238E27FC236}">
                <a16:creationId xmlns:a16="http://schemas.microsoft.com/office/drawing/2014/main" id="{839DC2A8-30EF-3A51-F800-A02006B8E893}"/>
              </a:ext>
            </a:extLst>
          </p:cNvPr>
          <p:cNvCxnSpPr>
            <a:cxnSpLocks/>
          </p:cNvCxnSpPr>
          <p:nvPr/>
        </p:nvCxnSpPr>
        <p:spPr>
          <a:xfrm>
            <a:off x="7311989" y="4668170"/>
            <a:ext cx="460376" cy="1921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necteur : en angle 123">
            <a:extLst>
              <a:ext uri="{FF2B5EF4-FFF2-40B4-BE49-F238E27FC236}">
                <a16:creationId xmlns:a16="http://schemas.microsoft.com/office/drawing/2014/main" id="{0C42DCA8-7108-5A6D-2927-8CE66E51E59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91757" y="4670681"/>
            <a:ext cx="420231" cy="174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Connecteur : en angle 217">
            <a:extLst>
              <a:ext uri="{FF2B5EF4-FFF2-40B4-BE49-F238E27FC236}">
                <a16:creationId xmlns:a16="http://schemas.microsoft.com/office/drawing/2014/main" id="{0975421A-0FE3-137A-7FD9-9EA2A84507B9}"/>
              </a:ext>
            </a:extLst>
          </p:cNvPr>
          <p:cNvCxnSpPr>
            <a:cxnSpLocks/>
            <a:endCxn id="96" idx="3"/>
          </p:cNvCxnSpPr>
          <p:nvPr/>
        </p:nvCxnSpPr>
        <p:spPr>
          <a:xfrm rot="16200000" flipV="1">
            <a:off x="6399572" y="3695858"/>
            <a:ext cx="3432221" cy="4281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Connecteur droit 230">
            <a:extLst>
              <a:ext uri="{FF2B5EF4-FFF2-40B4-BE49-F238E27FC236}">
                <a16:creationId xmlns:a16="http://schemas.microsoft.com/office/drawing/2014/main" id="{D9069E92-C7F9-3AF1-2380-35F29E9BB39C}"/>
              </a:ext>
            </a:extLst>
          </p:cNvPr>
          <p:cNvCxnSpPr>
            <a:cxnSpLocks/>
          </p:cNvCxnSpPr>
          <p:nvPr/>
        </p:nvCxnSpPr>
        <p:spPr>
          <a:xfrm>
            <a:off x="7784150" y="5397654"/>
            <a:ext cx="147346" cy="232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2526A975-EB5B-FA3D-E3F4-1E367F1E29F0}"/>
              </a:ext>
            </a:extLst>
          </p:cNvPr>
          <p:cNvCxnSpPr>
            <a:cxnSpLocks/>
          </p:cNvCxnSpPr>
          <p:nvPr/>
        </p:nvCxnSpPr>
        <p:spPr>
          <a:xfrm>
            <a:off x="7931830" y="5630528"/>
            <a:ext cx="409101" cy="3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avec flèche 237">
            <a:extLst>
              <a:ext uri="{FF2B5EF4-FFF2-40B4-BE49-F238E27FC236}">
                <a16:creationId xmlns:a16="http://schemas.microsoft.com/office/drawing/2014/main" id="{1F8E9A5C-463D-93F2-3968-863ED6DD0BE2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>
            <a:off x="1380821" y="1879117"/>
            <a:ext cx="24349" cy="166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F9F0CEFC-7441-C7CE-3792-6E9A50D93A4D}"/>
              </a:ext>
            </a:extLst>
          </p:cNvPr>
          <p:cNvSpPr txBox="1">
            <a:spLocks/>
          </p:cNvSpPr>
          <p:nvPr/>
        </p:nvSpPr>
        <p:spPr>
          <a:xfrm rot="16200000">
            <a:off x="-111220" y="5914651"/>
            <a:ext cx="1190182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512338">
              <a:defRPr/>
            </a:pPr>
            <a:r>
              <a:rPr lang="fr-FR" sz="1200" b="1">
                <a:solidFill>
                  <a:prstClr val="white"/>
                </a:solidFill>
                <a:latin typeface="Aptos" panose="02110004020202020204"/>
              </a:rPr>
              <a:t>SERVICE COMPTABLE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738F0475-226B-87AD-51A0-01667FD9147E}"/>
              </a:ext>
            </a:extLst>
          </p:cNvPr>
          <p:cNvSpPr/>
          <p:nvPr/>
        </p:nvSpPr>
        <p:spPr>
          <a:xfrm>
            <a:off x="8519801" y="5576277"/>
            <a:ext cx="1601162" cy="20848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I" sz="1200" b="1"/>
              <a:t>DFC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BDD41E-8288-4BDD-9144-E6AF4C5B67E1}"/>
              </a:ext>
            </a:extLst>
          </p:cNvPr>
          <p:cNvSpPr/>
          <p:nvPr/>
        </p:nvSpPr>
        <p:spPr>
          <a:xfrm>
            <a:off x="8533002" y="5773746"/>
            <a:ext cx="1601163" cy="273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I" sz="900">
                <a:latin typeface="Helvetica" panose="020B0604020202020204" pitchFamily="34" charset="0"/>
                <a:cs typeface="Helvetica" panose="020B0604020202020204" pitchFamily="34" charset="0"/>
              </a:rPr>
              <a:t>Affectation des sommes au produits correspondants</a:t>
            </a:r>
          </a:p>
        </p:txBody>
      </p:sp>
      <p:sp>
        <p:nvSpPr>
          <p:cNvPr id="51" name="Organigramme : Multidocument 50">
            <a:extLst>
              <a:ext uri="{FF2B5EF4-FFF2-40B4-BE49-F238E27FC236}">
                <a16:creationId xmlns:a16="http://schemas.microsoft.com/office/drawing/2014/main" id="{35C98BA6-5F71-DD5A-B7FD-3A21E872FA63}"/>
              </a:ext>
            </a:extLst>
          </p:cNvPr>
          <p:cNvSpPr>
            <a:spLocks/>
          </p:cNvSpPr>
          <p:nvPr/>
        </p:nvSpPr>
        <p:spPr>
          <a:xfrm>
            <a:off x="8607394" y="6301946"/>
            <a:ext cx="1380753" cy="362237"/>
          </a:xfrm>
          <a:prstGeom prst="flowChartMultidocumen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Fichier retour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B58031C-7C3D-27A3-0F0A-89E360294FFE}"/>
              </a:ext>
            </a:extLst>
          </p:cNvPr>
          <p:cNvSpPr>
            <a:spLocks/>
          </p:cNvSpPr>
          <p:nvPr/>
        </p:nvSpPr>
        <p:spPr>
          <a:xfrm>
            <a:off x="10373712" y="5893724"/>
            <a:ext cx="1416364" cy="4436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12338">
              <a:defRPr/>
            </a:pPr>
            <a:r>
              <a:rPr lang="fr-FR" sz="90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Comptabilisation des opérations de prélèvement</a:t>
            </a: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94149836-A8F8-0C31-78C9-1AF7AC9220B5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9333584" y="6046808"/>
            <a:ext cx="0" cy="25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eur : en angle 97">
            <a:extLst>
              <a:ext uri="{FF2B5EF4-FFF2-40B4-BE49-F238E27FC236}">
                <a16:creationId xmlns:a16="http://schemas.microsoft.com/office/drawing/2014/main" id="{3BCEA791-E35C-4337-9533-ED5B88A85167}"/>
              </a:ext>
            </a:extLst>
          </p:cNvPr>
          <p:cNvCxnSpPr>
            <a:stCxn id="51" idx="3"/>
            <a:endCxn id="57" idx="1"/>
          </p:cNvCxnSpPr>
          <p:nvPr/>
        </p:nvCxnSpPr>
        <p:spPr>
          <a:xfrm flipV="1">
            <a:off x="9988147" y="6115542"/>
            <a:ext cx="385565" cy="367523"/>
          </a:xfrm>
          <a:prstGeom prst="bentConnector3">
            <a:avLst>
              <a:gd name="adj1" fmla="val 310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25D6D521-D4F4-D38F-C4EF-F024A321D479}"/>
              </a:ext>
            </a:extLst>
          </p:cNvPr>
          <p:cNvCxnSpPr>
            <a:stCxn id="94" idx="2"/>
            <a:endCxn id="42" idx="1"/>
          </p:cNvCxnSpPr>
          <p:nvPr/>
        </p:nvCxnSpPr>
        <p:spPr>
          <a:xfrm rot="16200000" flipH="1">
            <a:off x="7442180" y="4819455"/>
            <a:ext cx="485816" cy="16958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Adenka point 1"/>
          <p:cNvSpPr/>
          <p:nvPr/>
        </p:nvSpPr>
        <p:spPr>
          <a:xfrm>
            <a:off x="1839047" y="2074384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240" name="Adenka point 2"/>
          <p:cNvSpPr/>
          <p:nvPr/>
        </p:nvSpPr>
        <p:spPr>
          <a:xfrm>
            <a:off x="6083153" y="3107306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241" name="Adenka point 3"/>
          <p:cNvSpPr/>
          <p:nvPr/>
        </p:nvSpPr>
        <p:spPr>
          <a:xfrm>
            <a:off x="7248594" y="4734529"/>
            <a:ext cx="198000" cy="198000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93448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0606"/>
                </a:solidFill>
                <a:latin typeface="Helvetica"/>
              </a:rPr>
              <a:t>Mise à jour Adenka du 23/10/2026 : comptabilisation des cotisations et produits - Epargne (EFC/PEP)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11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3565A"/>
                </a:solidFill>
                <a:latin typeface="Helvetica"/>
              </a:rPr>
              <a:t>Pastilles rouges du logigramme précédent : contrôle absent ou écart constaté sur les documents reçus. Constats détaillés dans le rapport actuariel et statistique du 23/10/2026.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080000"/>
          <a:ext cx="11304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1944000"/>
                <a:gridCol w="4104000"/>
                <a:gridCol w="2376000"/>
                <a:gridCol w="2448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N°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Étape du logigramme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Constat ou contrôle absent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Action proposée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Création du mécano et ajout à la fiche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Nouvelle recrue sans mécano : le premier précompte peut être décalé d'un mois (déclaration non encore documentée).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Entretien du 19/10/2026 avec le responsable des cotisations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Dater chaque souscription et vérifier le mois du premier précompte.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Création du fichier de précompte (service du personnel)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Écart : l'entretien indique que le responsable des cotisations du FPPN produit le fichier aller de l'EFC et du PEP et le dépose sur la plateforme de partage.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Entretien du 19/10/2026 avec le responsable des cotisations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Préciser qui produit le fichier aller et qui le transmet à la Solde.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Réception du fichier retour numérique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Contrôle absent : aucun rapprochement du fichier aller et du fichier retour (rejets, écarts de montant).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Entretien du 19/10/2026 avec le responsable des cotisations ; rapport, partie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Rapprochement mensuel signé, avec l'état des rejets.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Comptabilisation des opérations de prélèvement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Contrôle absent : aucun intérêt calculé ni comptabilisé (3 278 913 238 FCFA dus au 31/08/2026), aucun relevé par épargnant, aucun rapprochement avec les comptes 41195100 et 41195200.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Balances 2020 au 31/08/2026 ; rapport, partie 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Calcul annuel des intérêts au taux arrêté et relevé annuel par épargnant.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0606"/>
                </a:solidFill>
                <a:latin typeface="Helvetica"/>
              </a:rPr>
              <a:t>Mise à jour Adenka du 23/10/2026 : comptabilisation du produit – Assurance automobile (GNA)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11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3565A"/>
                </a:solidFill>
                <a:latin typeface="Helvetica"/>
              </a:rPr>
              <a:t>Pastilles rouges du logigramme précédent : contrôle absent ou écart constaté sur les documents reçus. Constats détaillés dans le rapport actuariel et statistique du 23/10/2026.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080000"/>
          <a:ext cx="11304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1944000"/>
                <a:gridCol w="4104000"/>
                <a:gridCol w="2376000"/>
                <a:gridCol w="2448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N°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Étape du logigramme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Constat ou contrôle absent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Action proposée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Calcul des cotations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La convention d'apporteur d'affaires avec le GNA n'a pas été transmise.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PBC du 23/10/2026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la convention et les décomptes annuels du GNA.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 retour (Trésor)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 retour de janvier 2026 manquant dans les fichiers reçus.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Fichiers de précomptes reçus le 15/10/2026 ; rapport, partie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 fichier retour de janvier 2026.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Comptabilisation du pourcentage encaissé (20 %)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Contrôle absent : l'assiette de la commission de 20 % (primes précomptées seules ou toutes les primes) n'est pas documentée.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Rapport, question au FPPN n°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Rapprocher chaque année la commission des primes collectées.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0606"/>
                </a:solidFill>
                <a:latin typeface="Helvetica"/>
              </a:rPr>
              <a:t>Mise à jour Adenka du 23/10/2026 : comptabilisation du produit – Pension de retraîte (CGRAE)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11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3565A"/>
                </a:solidFill>
                <a:latin typeface="Helvetica"/>
              </a:rPr>
              <a:t>Pastilles rouges du logigramme précédent : contrôle absent ou écart constaté sur les documents reçus. Constats détaillés dans le rapport actuariel et statistique du 23/10/2026.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080000"/>
          <a:ext cx="11304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1944000"/>
                <a:gridCol w="4104000"/>
                <a:gridCol w="2376000"/>
                <a:gridCol w="2448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N°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Étape du logigramme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Constat ou contrôle absent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Action proposée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Adhésion sur fiche d'adhésion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La durée de la garantie santé (à vie ou limitée) n'est pas documentée. La date de naissance ne figure que dans les fichiers de février à avril 2024 (105 retraités).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CONVENTION DE PARTENARIAT ENTRE IPS-CGRAE ET LE FPPN.pdf ; fichiers retour de la CGRAE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Fixer la durée de la garantie et transmettre la date de naissance de chaque retraité.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Création du fichier de précompte et calcul des cotisations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Barème reçu le 23/10/2026 : 2,5 % de (pension de base - MUGEFCI) + 5 000 à 15 000 FCFA selon le grade. Le prélèvement est limité à la quotité cessible : les retraités sans quotité ne sont pas précomptés, et leur liste n'a pas été transmise.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« BAREME_CGRAE.xlsx » ; convention IPS-CGRAE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Ajouter au logigramme l'étape « quotité cessible suffisante ? » et suivre les souscripteurs non précomptés.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 retour numérique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Fichiers retour de janvier et de juin 2024 manquants.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Fichiers de précomptes reçus ; PBC du 23/10/2026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les deux fichiers.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Comptabilisation du virement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Contrôle absent : le virement de la CGRAE n'est pas rapproché du fichier retour.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Entretien du 19/10/2026 avec le responsable des cotisations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Rapprocher chaque virement du fichier retour du mois.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0606"/>
                </a:solidFill>
                <a:latin typeface="Helvetica"/>
              </a:rPr>
              <a:t>Mise à jour Adenka du 23/10/2026 : comptabilisation des cotisations – Assurance maladie et Décès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11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3565A"/>
                </a:solidFill>
                <a:latin typeface="Helvetica"/>
              </a:rPr>
              <a:t>Pastilles rouges du logigramme précédent : contrôle absent ou écart constaté sur les documents reçus. Constats détaillés dans le rapport actuariel et statistique du 23/10/2026.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080000"/>
          <a:ext cx="11304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1944000"/>
                <a:gridCol w="4104000"/>
                <a:gridCol w="2376000"/>
                <a:gridCol w="2448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N°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Étape du logigramme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Constat ou contrôle absent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Action proposée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Carte de santé FPPN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 fichier des cartes de santé actives au 31/08/2026 n'a pas été transmis.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PBC du 23/10/2026, n°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 fichier des cartes actives, ayants droit compris.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Création du fichier de précompte (service du personnel)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Taux retenus : 3,77 % (maladie) et 1,23 % (décès), au lieu de 3,5 % et 1,5 % fixés par les statuts (art. 17). Le fichier aller n'est pas transmis au FPPN : le taux de recouvrement (au moins 90 %) ne peut pas être mesuré.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Fichiers de précomptes 936 et 8Z6 ; statuts du FPPN édités le 15/06/2023, art. 17 ; Décision n° 05/2022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Obtenir chaque mois le fichier aller et la décision qui fixe la clé de 5 %.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0000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 retour papier et numérique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Décembre 2024 : fichiers « 122024_effectif_police_936_DECEMBRE 2024.xlsx » et « FPPN_ALLOC_DECES_8Z6_DECEMBRE_2024.xlsx » vides (0 octet).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Fichiers reçus le 15/10/2026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Transmettre les fichiers de décembre 2024.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Grand écran</PresentationFormat>
  <Paragraphs>136</Paragraphs>
  <Slides>8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Stagiaire Adenka</dc:creator>
  <cp:lastModifiedBy>Stagiaire Adenka</cp:lastModifiedBy>
  <cp:revision>1</cp:revision>
  <dcterms:created xsi:type="dcterms:W3CDTF">2026-10-22T14:03:15Z</dcterms:created>
  <dcterms:modified xsi:type="dcterms:W3CDTF">2026-10-23T16:30:31Z</dcterms:modified>
</cp:coreProperties>
</file>